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2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0" r:id="rId1"/>
  </p:sldMasterIdLst>
  <p:sldIdLst>
    <p:sldId id="256" r:id="rId2"/>
    <p:sldId id="273" r:id="rId3"/>
    <p:sldId id="275" r:id="rId4"/>
    <p:sldId id="271" r:id="rId13"/>
    <p:sldId id="259" r:id="rId10"/>
    <p:sldId id="269" r:id="rId14"/>
    <p:sldId id="262" r:id="rId15"/>
    <p:sldId id="282" r:id="rId12"/>
    <p:sldId id="283" r:id="rId16"/>
    <p:sldId id="284" r:id="rId17"/>
    <p:sldId id="285" r:id="rId18"/>
    <p:sldId id="286" r:id="rId11"/>
    <p:sldId id="267" r:id="rId19"/>
    <p:sldId id="281" r:id="rId20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382"/>
    <p:restoredTop sz="84573"/>
  </p:normalViewPr>
  <p:slideViewPr>
    <p:cSldViewPr snapToGrid="0" snapToObjects="1">
      <p:cViewPr varScale="1">
        <p:scale>
          <a:sx n="135" d="100"/>
          <a:sy n="135" d="100"/>
        </p:scale>
        <p:origin x="92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8" d="100"/>
        <a:sy n="68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10" Type="http://schemas.openxmlformats.org/officeDocument/2006/relationships/slide" Target="slides/slide5.xml"/><Relationship Id="rId11" Type="http://schemas.openxmlformats.org/officeDocument/2006/relationships/slide" Target="slides/slide12.xml"/><Relationship Id="rId12" Type="http://schemas.openxmlformats.org/officeDocument/2006/relationships/slide" Target="slides/slide8.xml"/><Relationship Id="rId13" Type="http://schemas.openxmlformats.org/officeDocument/2006/relationships/slide" Target="slides/slide4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ACADEM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14584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28" Type="http://schemas.openxmlformats.org/officeDocument/2006/relationships/slideLayout" Target="../slideLayouts/slideLayout28.xml"/><Relationship Id="rId2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5"/>
            <a:ext cx="11125201" cy="74675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3398" y="1748474"/>
            <a:ext cx="11125202" cy="47285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3399" y="6476998"/>
            <a:ext cx="8576637" cy="3810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110036" y="6476998"/>
            <a:ext cx="1885951" cy="3810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7FA43F5B-065E-43CE-B3FD-98C48A6F94D7}" type="datetime1">
              <a:rPr lang="en-US" smtClean="0"/>
              <a:pPr/>
              <a:t>9/29/26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01379" y="6476998"/>
            <a:ext cx="657221" cy="3810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0269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28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0" kern="1200" spc="0" baseline="0">
          <a:solidFill>
            <a:schemeClr val="tx2"/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1pPr>
      <a:lvl2pPr marL="457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2pPr>
      <a:lvl3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3pPr>
      <a:lvl4pPr marL="914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4pPr>
      <a:lvl5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0" orient="horz" pos="2160">
          <p15:clr>
            <a:srgbClr val="F26B43"/>
          </p15:clr>
        </p15:guide>
        <p15:guide id="31" pos="3840">
          <p15:clr>
            <a:srgbClr val="F26B43"/>
          </p15:clr>
        </p15:guide>
        <p15:guide id="32" pos="336">
          <p15:clr>
            <a:srgbClr val="F26B43"/>
          </p15:clr>
        </p15:guide>
        <p15:guide id="33" pos="7344">
          <p15:clr>
            <a:srgbClr val="F26B43"/>
          </p15:clr>
        </p15:guide>
        <p15:guide id="34" orient="horz" pos="4080">
          <p15:clr>
            <a:srgbClr val="F26B43"/>
          </p15:clr>
        </p15:guide>
        <p15:guide id="35" orient="horz" pos="1344">
          <p15:clr>
            <a:srgbClr val="F26B43"/>
          </p15:clr>
        </p15:guide>
        <p15:guide id="36" orient="horz" pos="3888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hite 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n-VN"/>
          </a:p>
        </p:txBody>
      </p:sp>
      <p:sp>
        <p:nvSpPr>
          <p:cNvPr id="3" name="Conference"/>
          <p:cNvSpPr/>
          <p:nvPr/>
        </p:nvSpPr>
        <p:spPr>
          <a:xfrm>
            <a:off x="731520" y="667512"/>
            <a:ext cx="10744200" cy="36576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18288" rIns="45720" bIns="18288" anchor="ctr">
            <a:normAutofit/>
          </a:bodyPr>
          <a:lstStyle/>
          <a:p>
            <a:pPr marL="0" indent="0" algn="ctr">
              <a:buNone/>
            </a:pPr>
            <a:r>
              <a:rPr lang="en-US" sz="1500" b="0" dirty="0">
                <a:latin typeface="Arial"/>
              </a:rPr>
              <a:t>[Course, meeting or event]</a:t>
            </a:r>
            <a:endParaRPr lang="en-US" sz="1500" dirty="0"/>
          </a:p>
        </p:txBody>
      </p:sp>
      <p:sp>
        <p:nvSpPr>
          <p:cNvPr id="4" name="Paper title"/>
          <p:cNvSpPr/>
          <p:nvPr/>
        </p:nvSpPr>
        <p:spPr>
          <a:xfrm>
            <a:off x="978408" y="1444752"/>
            <a:ext cx="10241280" cy="1380744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18288" rIns="45720" bIns="18288" anchor="ctr">
            <a:normAutofit/>
          </a:bodyPr>
          <a:lstStyle/>
          <a:p>
            <a:pPr marL="0" indent="0" algn="ctr">
              <a:buNone/>
            </a:pPr>
            <a:r>
              <a:rPr lang="en-US" sz="3100" b="1" dirty="0">
                <a:solidFill>
                  <a:srgbClr val="123B70"/>
                </a:solidFill>
                <a:latin typeface="Arial"/>
              </a:rPr>
              <a:t>[Presentation title]</a:t>
            </a:r>
            <a:endParaRPr lang="en-US" sz="3100" dirty="0">
              <a:solidFill>
                <a:srgbClr val="0070C0"/>
              </a:solidFill>
            </a:endParaRPr>
          </a:p>
          <a:p>
            <a:pPr marL="0" indent="0" algn="ctr">
              <a:buNone/>
            </a:pPr>
            <a:r>
              <a:rPr lang="en-US" sz="3100" b="1" dirty="0">
                <a:solidFill>
                  <a:srgbClr val="123B70"/>
                </a:solidFill>
                <a:latin typeface="Arial"/>
              </a:rPr>
              <a:t>[Optional subtitle]</a:t>
            </a:r>
            <a:endParaRPr lang="en-US" sz="3100" dirty="0">
              <a:solidFill>
                <a:srgbClr val="0070C0"/>
              </a:solidFill>
            </a:endParaRPr>
          </a:p>
        </p:txBody>
      </p:sp>
      <p:sp>
        <p:nvSpPr>
          <p:cNvPr id="5" name="Title rule"/>
          <p:cNvSpPr/>
          <p:nvPr/>
        </p:nvSpPr>
        <p:spPr>
          <a:xfrm>
            <a:off x="2121408" y="3081528"/>
            <a:ext cx="7955280" cy="22860"/>
          </a:xfrm>
          <a:prstGeom prst="rect">
            <a:avLst/>
          </a:prstGeom>
          <a:solidFill>
            <a:srgbClr val="444444"/>
          </a:solidFill>
          <a:ln w="0">
            <a:noFill/>
          </a:ln>
        </p:spPr>
        <p:txBody>
          <a:bodyPr/>
          <a:lstStyle/>
          <a:p>
            <a:endParaRPr lang="en-VN"/>
          </a:p>
        </p:txBody>
      </p:sp>
      <p:sp>
        <p:nvSpPr>
          <p:cNvPr id="6" name="Authors"/>
          <p:cNvSpPr/>
          <p:nvPr/>
        </p:nvSpPr>
        <p:spPr>
          <a:xfrm>
            <a:off x="1033272" y="3401568"/>
            <a:ext cx="10094976" cy="475488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18288" rIns="45720" bIns="18288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11111"/>
                </a:solidFill>
                <a:latin typeface="Arial"/>
              </a:rPr>
              <a:t>[Presenter or author]</a:t>
            </a:r>
            <a:r>
              <a:rPr lang="en-US" sz="1800" b="1" dirty="0" err="1">
                <a:solidFill>
                  <a:srgbClr val="111111"/>
                </a:solidFill>
                <a:latin typeface="Arial"/>
              </a:rPr>
              <a:t/>
            </a:r>
            <a:r>
              <a:rPr lang="en-US" sz="1800" b="1" dirty="0">
                <a:solidFill>
                  <a:srgbClr val="111111"/>
                </a:solidFill>
                <a:latin typeface="Arial"/>
              </a:rPr>
              <a:t/>
            </a:r>
            <a:endParaRPr lang="en-US" sz="1800" b="1" dirty="0"/>
          </a:p>
        </p:txBody>
      </p:sp>
      <p:sp>
        <p:nvSpPr>
          <p:cNvPr id="7" name="Affiliations"/>
          <p:cNvSpPr/>
          <p:nvPr/>
        </p:nvSpPr>
        <p:spPr>
          <a:xfrm>
            <a:off x="1399032" y="4059936"/>
            <a:ext cx="9390888" cy="64008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18288" rIns="45720" bIns="18288" anchor="ctr">
            <a:normAutofit/>
          </a:bodyPr>
          <a:lstStyle/>
          <a:p>
            <a:pPr marL="0" indent="0" algn="ctr">
              <a:buNone/>
            </a:pPr>
            <a:r>
              <a:rPr lang="en-US" sz="1500" b="0" dirty="0">
                <a:solidFill>
                  <a:srgbClr val="444444"/>
                </a:solidFill>
                <a:latin typeface="Arial"/>
              </a:rPr>
              <a:t>[Institution]</a:t>
            </a:r>
            <a:br>
              <a:rPr lang="en-US" sz="1500" b="0" dirty="0">
                <a:solidFill>
                  <a:srgbClr val="444444"/>
                </a:solidFill>
                <a:latin typeface="Arial"/>
              </a:rPr>
            </a:br>
            <a:r>
              <a:rPr lang="en-US" sz="1500" b="0" dirty="0">
                <a:solidFill>
                  <a:srgbClr val="444444"/>
                </a:solidFill>
                <a:latin typeface="Arial"/>
              </a:rPr>
              <a:t>[Department]</a:t>
            </a:r>
            <a:endParaRPr lang="en-US" sz="1500" dirty="0"/>
          </a:p>
        </p:txBody>
      </p:sp>
      <p:sp>
        <p:nvSpPr>
          <p:cNvPr id="8" name="Presenter"/>
          <p:cNvSpPr/>
          <p:nvPr/>
        </p:nvSpPr>
        <p:spPr>
          <a:xfrm>
            <a:off x="1389888" y="4992624"/>
            <a:ext cx="9400032" cy="41148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18288" rIns="45720" bIns="18288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latin typeface="Arial"/>
              </a:rPr>
              <a:t>[Presenter or team]</a:t>
            </a:r>
            <a:endParaRPr lang="en-US" sz="1700" dirty="0"/>
          </a:p>
        </p:txBody>
      </p:sp>
      <p:sp>
        <p:nvSpPr>
          <p:cNvPr id="9" name="Venue"/>
          <p:cNvSpPr/>
          <p:nvPr/>
        </p:nvSpPr>
        <p:spPr>
          <a:xfrm>
            <a:off x="1389888" y="5760720"/>
            <a:ext cx="9400032" cy="36576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18288" rIns="45720" bIns="18288" anchor="ctr">
            <a:normAutofit/>
          </a:bodyPr>
          <a:lstStyle/>
          <a:p>
            <a:pPr marL="0" indent="0" algn="ctr">
              <a:buNone/>
            </a:pPr>
            <a:r>
              <a:rPr lang="en-US" sz="1400" b="0" dirty="0">
                <a:solidFill>
                  <a:srgbClr val="666666"/>
                </a:solidFill>
                <a:latin typeface="Arial"/>
              </a:rPr>
              <a:t>[Location]  ·  [Date]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/>
          <p:nvPr/>
        </p:nvSpPr>
        <p:spPr>
          <a:xfrm>
            <a:off x="502920" y="530352"/>
            <a:ext cx="11155680" cy="54864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18288" rIns="45720" bIns="18288" anchor="ctr">
            <a:normAutofit/>
          </a:bodyPr>
          <a:lstStyle/>
          <a:p>
            <a:r>
              <a:rPr lang="vi-VN" sz="2700" b="1" dirty="0">
                <a:solidFill>
                  <a:srgbClr val="123B70"/>
                </a:solidFill>
                <a:latin typeface="Arial"/>
              </a:rPr>
              <a:t>Outline</a:t>
            </a:r>
            <a:r>
              <a:rPr sz="2700" b="1" dirty="0" err="1">
                <a:solidFill>
                  <a:srgbClr val="123B70"/>
                </a:solidFill>
                <a:latin typeface="Arial"/>
              </a:rPr>
              <a:t/>
            </a:r>
            <a:endParaRPr lang="en-US" sz="2800" b="1" dirty="0">
              <a:solidFill>
                <a:srgbClr val="0070C0"/>
              </a:solidFill>
            </a:endParaRPr>
          </a:p>
        </p:txBody>
      </p:sp>
      <p:sp>
        <p:nvSpPr>
          <p:cNvPr id="5" name="Footer"/>
          <p:cNvSpPr/>
          <p:nvPr/>
        </p:nvSpPr>
        <p:spPr>
          <a:xfrm>
            <a:off x="502920" y="6556248"/>
            <a:ext cx="9144000" cy="173736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18288" rIns="45720" bIns="18288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Arial"/>
              </a:rPr>
              <a:t>[Short presentation label]</a:t>
            </a:r>
            <a:endParaRPr lang="en-US" sz="900" dirty="0"/>
          </a:p>
        </p:txBody>
      </p:sp>
      <p:sp>
        <p:nvSpPr>
          <p:cNvPr id="7" name="Pill 1"/>
          <p:cNvSpPr/>
          <p:nvPr/>
        </p:nvSpPr>
        <p:spPr>
          <a:xfrm>
            <a:off x="694944" y="1572768"/>
            <a:ext cx="1938528" cy="539496"/>
          </a:xfrm>
          <a:prstGeom prst="rect">
            <a:avLst/>
          </a:prstGeom>
          <a:solidFill>
            <a:srgbClr val="FFFFFF"/>
          </a:solidFill>
          <a:ln w="10000">
            <a:solidFill>
              <a:srgbClr val="C7C7C7"/>
            </a:solidFill>
          </a:ln>
        </p:spPr>
        <p:txBody>
          <a:bodyPr wrap="square" lIns="45720" tIns="18288" rIns="45720" bIns="18288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1111"/>
                </a:solidFill>
                <a:latin typeface="Arial"/>
              </a:rPr>
              <a:t>I</a:t>
            </a:r>
            <a:endParaRPr lang="en-US" sz="1500" b="1" dirty="0"/>
          </a:p>
        </p:txBody>
      </p:sp>
      <p:sp>
        <p:nvSpPr>
          <p:cNvPr id="8" name="Assumption 1"/>
          <p:cNvSpPr/>
          <p:nvPr/>
        </p:nvSpPr>
        <p:spPr>
          <a:xfrm>
            <a:off x="2843784" y="1517904"/>
            <a:ext cx="832104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18288" rIns="45720" bIns="18288" anchor="ctr">
            <a:normAutofit/>
          </a:bodyPr>
          <a:lstStyle/>
          <a:p>
            <a:pPr marL="0" indent="0" algn="l">
              <a:buNone/>
            </a:pPr>
            <a:r>
              <a:rPr sz="2100" b="1">
                <a:solidFill>
                  <a:srgbClr val="191C20"/>
                </a:solidFill>
                <a:latin typeface="Arial"/>
              </a:rPr>
              <a:t>[Section 1]</a:t>
            </a:r>
            <a:endParaRPr lang="en-US" sz="1800" b="1" dirty="0"/>
          </a:p>
        </p:txBody>
      </p:sp>
      <p:sp>
        <p:nvSpPr>
          <p:cNvPr id="9" name="Pill 2"/>
          <p:cNvSpPr/>
          <p:nvPr/>
        </p:nvSpPr>
        <p:spPr>
          <a:xfrm>
            <a:off x="694944" y="2505456"/>
            <a:ext cx="1938528" cy="539496"/>
          </a:xfrm>
          <a:prstGeom prst="rect">
            <a:avLst/>
          </a:prstGeom>
          <a:solidFill>
            <a:srgbClr val="FFFFFF"/>
          </a:solidFill>
          <a:ln w="10000">
            <a:solidFill>
              <a:srgbClr val="C7C7C7"/>
            </a:solidFill>
          </a:ln>
        </p:spPr>
        <p:txBody>
          <a:bodyPr wrap="square" lIns="45720" tIns="18288" rIns="45720" bIns="18288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1111"/>
                </a:solidFill>
                <a:latin typeface="Arial"/>
              </a:rPr>
              <a:t>II</a:t>
            </a:r>
            <a:endParaRPr lang="en-US" sz="1500" b="1" dirty="0"/>
          </a:p>
        </p:txBody>
      </p:sp>
      <p:sp>
        <p:nvSpPr>
          <p:cNvPr id="10" name="Assumption 2"/>
          <p:cNvSpPr/>
          <p:nvPr/>
        </p:nvSpPr>
        <p:spPr>
          <a:xfrm>
            <a:off x="2843784" y="2450592"/>
            <a:ext cx="832104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18288" rIns="45720" bIns="18288" anchor="ctr">
            <a:normAutofit/>
          </a:bodyPr>
          <a:lstStyle/>
          <a:p>
            <a:pPr marL="0" indent="0" algn="l">
              <a:buNone/>
            </a:pPr>
            <a:r>
              <a:rPr sz="2100" b="1">
                <a:solidFill>
                  <a:srgbClr val="191C20"/>
                </a:solidFill>
                <a:latin typeface="Arial"/>
              </a:rPr>
              <a:t>[Section 2]</a:t>
            </a:r>
            <a:endParaRPr lang="en-US" sz="1800" b="1" dirty="0"/>
          </a:p>
        </p:txBody>
      </p:sp>
      <p:sp>
        <p:nvSpPr>
          <p:cNvPr id="11" name="Pill 3"/>
          <p:cNvSpPr/>
          <p:nvPr/>
        </p:nvSpPr>
        <p:spPr>
          <a:xfrm>
            <a:off x="694944" y="3438144"/>
            <a:ext cx="1938528" cy="539496"/>
          </a:xfrm>
          <a:prstGeom prst="rect">
            <a:avLst/>
          </a:prstGeom>
          <a:solidFill>
            <a:srgbClr val="FFFFFF"/>
          </a:solidFill>
          <a:ln w="10000">
            <a:solidFill>
              <a:srgbClr val="C7C7C7"/>
            </a:solidFill>
          </a:ln>
        </p:spPr>
        <p:txBody>
          <a:bodyPr wrap="square" lIns="45720" tIns="18288" rIns="45720" bIns="18288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1111"/>
                </a:solidFill>
                <a:latin typeface="Arial"/>
              </a:rPr>
              <a:t>III</a:t>
            </a:r>
            <a:endParaRPr lang="en-US" sz="1500" b="1" dirty="0"/>
          </a:p>
        </p:txBody>
      </p:sp>
      <p:sp>
        <p:nvSpPr>
          <p:cNvPr id="12" name="Assumption 3"/>
          <p:cNvSpPr/>
          <p:nvPr/>
        </p:nvSpPr>
        <p:spPr>
          <a:xfrm>
            <a:off x="2843784" y="3383280"/>
            <a:ext cx="832104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18288" rIns="45720" bIns="18288" anchor="ctr">
            <a:normAutofit/>
          </a:bodyPr>
          <a:lstStyle/>
          <a:p>
            <a:pPr marL="0" indent="0" algn="l">
              <a:buNone/>
            </a:pPr>
            <a:r>
              <a:rPr sz="2100" b="1">
                <a:solidFill>
                  <a:srgbClr val="191C20"/>
                </a:solidFill>
                <a:latin typeface="Arial"/>
              </a:rPr>
              <a:t>[Section 3]</a:t>
            </a:r>
            <a:endParaRPr lang="en-US" sz="1800" b="1" dirty="0"/>
          </a:p>
        </p:txBody>
      </p:sp>
      <p:sp>
        <p:nvSpPr>
          <p:cNvPr id="13" name="Pill 4"/>
          <p:cNvSpPr/>
          <p:nvPr/>
        </p:nvSpPr>
        <p:spPr>
          <a:xfrm>
            <a:off x="694944" y="4370832"/>
            <a:ext cx="1938528" cy="539496"/>
          </a:xfrm>
          <a:prstGeom prst="rect">
            <a:avLst/>
          </a:prstGeom>
          <a:solidFill>
            <a:srgbClr val="FFFFFF"/>
          </a:solidFill>
          <a:ln w="10000">
            <a:solidFill>
              <a:srgbClr val="C7C7C7"/>
            </a:solidFill>
          </a:ln>
        </p:spPr>
        <p:txBody>
          <a:bodyPr wrap="square" lIns="45720" tIns="18288" rIns="45720" bIns="18288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1111"/>
                </a:solidFill>
                <a:latin typeface="Arial"/>
              </a:rPr>
              <a:t>IV</a:t>
            </a:r>
            <a:endParaRPr lang="en-US" sz="1500" b="1" dirty="0"/>
          </a:p>
        </p:txBody>
      </p:sp>
      <p:sp>
        <p:nvSpPr>
          <p:cNvPr id="14" name="Assumption 4"/>
          <p:cNvSpPr/>
          <p:nvPr/>
        </p:nvSpPr>
        <p:spPr>
          <a:xfrm>
            <a:off x="2843784" y="4315968"/>
            <a:ext cx="832104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18288" rIns="45720" bIns="18288" anchor="ctr">
            <a:normAutofit/>
          </a:bodyPr>
          <a:lstStyle/>
          <a:p>
            <a:pPr marL="0" indent="0" algn="l">
              <a:buNone/>
            </a:pPr>
            <a:r>
              <a:rPr sz="2100" b="1">
                <a:solidFill>
                  <a:srgbClr val="191C20"/>
                </a:solidFill>
                <a:latin typeface="Arial"/>
              </a:rPr>
              <a:t>[Section 4]</a:t>
            </a:r>
            <a:endParaRPr lang="en-US" sz="1800" b="1" dirty="0"/>
          </a:p>
        </p:txBody>
      </p:sp>
      <p:sp>
        <p:nvSpPr>
          <p:cNvPr id="15" name="Pill 5"/>
          <p:cNvSpPr/>
          <p:nvPr/>
        </p:nvSpPr>
        <p:spPr>
          <a:xfrm>
            <a:off x="694944" y="5303520"/>
            <a:ext cx="1938528" cy="539496"/>
          </a:xfrm>
          <a:prstGeom prst="rect">
            <a:avLst/>
          </a:prstGeom>
          <a:solidFill>
            <a:srgbClr val="FFFFFF"/>
          </a:solidFill>
          <a:ln w="10000">
            <a:solidFill>
              <a:srgbClr val="C7C7C7"/>
            </a:solidFill>
          </a:ln>
        </p:spPr>
        <p:txBody>
          <a:bodyPr wrap="square" lIns="45720" tIns="18288" rIns="45720" bIns="18288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1111"/>
                </a:solidFill>
                <a:latin typeface="Arial"/>
              </a:rPr>
              <a:t>V</a:t>
            </a:r>
            <a:endParaRPr lang="en-US" sz="1500" b="1" dirty="0"/>
          </a:p>
        </p:txBody>
      </p:sp>
      <p:sp>
        <p:nvSpPr>
          <p:cNvPr id="16" name="Assumption 5"/>
          <p:cNvSpPr/>
          <p:nvPr/>
        </p:nvSpPr>
        <p:spPr>
          <a:xfrm>
            <a:off x="2843784" y="5248656"/>
            <a:ext cx="832104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18288" rIns="45720" bIns="18288" anchor="ctr">
            <a:normAutofit/>
          </a:bodyPr>
          <a:lstStyle/>
          <a:p>
            <a:pPr marL="0" indent="0" algn="l">
              <a:buNone/>
            </a:pPr>
            <a:r>
              <a:rPr sz="2100" b="1">
                <a:solidFill>
                  <a:srgbClr val="191C20"/>
                </a:solidFill>
                <a:latin typeface="Arial"/>
              </a:rPr>
              <a:t>[Closing section]</a:t>
            </a:r>
            <a:endParaRPr lang="en-US" sz="1800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AA6643-4F85-1A2B-6F5A-004720968D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aper title">
            <a:extLst>
              <a:ext uri="{FF2B5EF4-FFF2-40B4-BE49-F238E27FC236}">
                <a16:creationId xmlns:a16="http://schemas.microsoft.com/office/drawing/2014/main" id="{A010DB36-5540-1DFA-E02D-4CE29B3C1EF2}"/>
              </a:ext>
            </a:extLst>
          </p:cNvPr>
          <p:cNvSpPr/>
          <p:nvPr/>
        </p:nvSpPr>
        <p:spPr>
          <a:xfrm>
            <a:off x="975360" y="2738628"/>
            <a:ext cx="10241280" cy="1380744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18288" rIns="45720" bIns="18288" anchor="ctr">
            <a:normAutofit/>
          </a:bodyPr>
          <a:lstStyle/>
          <a:p>
            <a:pPr algn="ctr"/>
            <a:r>
              <a:rPr sz="3100" b="1">
                <a:solidFill>
                  <a:srgbClr val="123B70"/>
                </a:solidFill>
                <a:latin typeface="Arial"/>
              </a:rPr>
              <a:t>I. [Section title]</a:t>
            </a:r>
            <a:endParaRPr lang="en-US" sz="31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09709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18288" rIns="45720" bIns="18288" anchor="ctr">
            <a:normAutofit/>
          </a:bodyPr>
          <a:lstStyle/>
          <a:p>
            <a:pPr marL="0" indent="0" algn="l">
              <a:buNone/>
            </a:pPr>
            <a:r>
              <a:rPr sz="1200" b="1">
                <a:latin typeface="Arial"/>
              </a:rPr>
              <a:t>CONTENT · OVERVIEW</a:t>
            </a:r>
            <a:endParaRPr lang="en-US" sz="1100" dirty="0"/>
          </a:p>
        </p:txBody>
      </p:sp>
      <p:sp>
        <p:nvSpPr>
          <p:cNvPr id="3" name="Title"/>
          <p:cNvSpPr/>
          <p:nvPr/>
        </p:nvSpPr>
        <p:spPr>
          <a:xfrm>
            <a:off x="502920" y="530352"/>
            <a:ext cx="11155680" cy="54864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18288" rIns="45720" bIns="18288" anchor="ctr">
            <a:normAutofit/>
          </a:bodyPr>
          <a:lstStyle/>
          <a:p>
            <a:pPr marL="0" indent="0" algn="l">
              <a:buNone/>
            </a:pPr>
            <a:r>
              <a:rPr sz="2700" b="1">
                <a:solidFill>
                  <a:srgbClr val="123B70"/>
                </a:solidFill>
                <a:latin typeface="Arial"/>
              </a:rPr>
              <a:t>[Body slide title]</a:t>
            </a:r>
            <a:endParaRPr lang="en-US" sz="2700" dirty="0"/>
          </a:p>
        </p:txBody>
      </p:sp>
      <p:sp>
        <p:nvSpPr>
          <p:cNvPr id="4" name="Header rule"/>
          <p:cNvSpPr/>
          <p:nvPr/>
        </p:nvSpPr>
        <p:spPr>
          <a:xfrm>
            <a:off x="502920" y="1170432"/>
            <a:ext cx="11155680" cy="32004"/>
          </a:xfrm>
          <a:prstGeom prst="rect">
            <a:avLst/>
          </a:prstGeom>
          <a:solidFill>
            <a:srgbClr val="C7C7C7"/>
          </a:solidFill>
          <a:ln w="0">
            <a:noFill/>
          </a:ln>
        </p:spPr>
        <p:txBody>
          <a:bodyPr/>
          <a:lstStyle/>
          <a:p>
            <a:endParaRPr lang="en-VN"/>
          </a:p>
        </p:txBody>
      </p:sp>
      <p:sp>
        <p:nvSpPr>
          <p:cNvPr id="5" name="Footer"/>
          <p:cNvSpPr/>
          <p:nvPr/>
        </p:nvSpPr>
        <p:spPr>
          <a:xfrm>
            <a:off x="502920" y="6556248"/>
            <a:ext cx="9144000" cy="173736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18288" rIns="45720" bIns="18288" anchor="ctr">
            <a:normAutofit/>
          </a:bodyPr>
          <a:lstStyle/>
          <a:p>
            <a:pPr marL="0" indent="0" algn="l">
              <a:buNone/>
            </a:pPr>
            <a:r>
              <a:rPr lang="en-US" sz="900" b="0" dirty="0">
                <a:solidFill>
                  <a:srgbClr val="666666"/>
                </a:solidFill>
                <a:latin typeface="Arial"/>
              </a:rPr>
              <a:t>[Short presentation label]</a:t>
            </a:r>
            <a:endParaRPr lang="en-US" sz="900" dirty="0"/>
          </a:p>
        </p:txBody>
      </p:sp>
      <p:sp>
        <p:nvSpPr>
          <p:cNvPr id="7" name="Pill"/>
          <p:cNvSpPr/>
          <p:nvPr/>
        </p:nvSpPr>
        <p:spPr>
          <a:xfrm>
            <a:off x="694944" y="1691640"/>
            <a:ext cx="1938528" cy="539496"/>
          </a:xfrm>
          <a:prstGeom prst="rect">
            <a:avLst/>
          </a:prstGeom>
          <a:solidFill>
            <a:srgbClr val="FFFFFF"/>
          </a:solidFill>
          <a:ln w="10000">
            <a:solidFill>
              <a:srgbClr val="C7C7C7"/>
            </a:solidFill>
          </a:ln>
        </p:spPr>
        <p:txBody>
          <a:bodyPr wrap="square" lIns="45720" tIns="18288" rIns="45720" bIns="18288" anchor="ctr">
            <a:normAutofit/>
          </a:bodyPr>
          <a:lstStyle/>
          <a:p>
            <a:pPr marL="0" indent="0" algn="ctr">
              <a:buNone/>
            </a:pPr>
            <a:r>
              <a:rPr sz="1500" b="1">
                <a:latin typeface="Arial"/>
              </a:rPr>
              <a:t>[Main point]</a:t>
            </a:r>
            <a:endParaRPr lang="en-US" sz="1500" dirty="0"/>
          </a:p>
        </p:txBody>
      </p:sp>
      <p:sp>
        <p:nvSpPr>
          <p:cNvPr id="8" name="Assumption"/>
          <p:cNvSpPr/>
          <p:nvPr/>
        </p:nvSpPr>
        <p:spPr>
          <a:xfrm>
            <a:off x="2843784" y="1636776"/>
            <a:ext cx="832104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18288" rIns="45720" bIns="18288" anchor="ctr">
            <a:normAutofit/>
          </a:bodyPr>
          <a:lstStyle/>
          <a:p>
            <a:pPr marL="0" indent="0" algn="l">
              <a:buNone/>
            </a:pPr>
            <a:r>
              <a:rPr sz="1800" b="0">
                <a:latin typeface="Arial"/>
              </a:rPr>
              <a:t>[Explain the main point in one line]</a:t>
            </a:r>
            <a:endParaRPr lang="en-US" sz="1800" dirty="0"/>
          </a:p>
        </p:txBody>
      </p:sp>
      <p:sp>
        <p:nvSpPr>
          <p:cNvPr id="9" name="Pill"/>
          <p:cNvSpPr/>
          <p:nvPr/>
        </p:nvSpPr>
        <p:spPr>
          <a:xfrm>
            <a:off x="694944" y="3246120"/>
            <a:ext cx="1938528" cy="539496"/>
          </a:xfrm>
          <a:prstGeom prst="rect">
            <a:avLst/>
          </a:prstGeom>
          <a:solidFill>
            <a:srgbClr val="FFFFFF"/>
          </a:solidFill>
          <a:ln w="10000">
            <a:solidFill>
              <a:srgbClr val="C7C7C7"/>
            </a:solidFill>
          </a:ln>
        </p:spPr>
        <p:txBody>
          <a:bodyPr wrap="square" lIns="45720" tIns="18288" rIns="45720" bIns="18288" anchor="ctr">
            <a:normAutofit/>
          </a:bodyPr>
          <a:lstStyle/>
          <a:p>
            <a:pPr marL="0" indent="0" algn="ctr">
              <a:buNone/>
            </a:pPr>
            <a:r>
              <a:rPr sz="1500" b="1">
                <a:latin typeface="Arial"/>
              </a:rPr>
              <a:t>[Supporting point]</a:t>
            </a:r>
            <a:endParaRPr lang="en-US" sz="1500" dirty="0"/>
          </a:p>
        </p:txBody>
      </p:sp>
      <p:sp>
        <p:nvSpPr>
          <p:cNvPr id="10" name="Assumption"/>
          <p:cNvSpPr/>
          <p:nvPr/>
        </p:nvSpPr>
        <p:spPr>
          <a:xfrm>
            <a:off x="2843784" y="3191256"/>
            <a:ext cx="832104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18288" rIns="45720" bIns="18288" anchor="ctr">
            <a:normAutofit/>
          </a:bodyPr>
          <a:lstStyle/>
          <a:p>
            <a:pPr marL="0" indent="0" algn="l">
              <a:buNone/>
            </a:pPr>
            <a:r>
              <a:rPr sz="1800" b="0">
                <a:latin typeface="Arial"/>
              </a:rPr>
              <a:t>[Describe the supporting evidence]</a:t>
            </a:r>
            <a:endParaRPr lang="en-US" sz="1800" dirty="0"/>
          </a:p>
        </p:txBody>
      </p:sp>
      <p:sp>
        <p:nvSpPr>
          <p:cNvPr id="11" name="Pill"/>
          <p:cNvSpPr/>
          <p:nvPr/>
        </p:nvSpPr>
        <p:spPr>
          <a:xfrm>
            <a:off x="694944" y="4800600"/>
            <a:ext cx="1938528" cy="539496"/>
          </a:xfrm>
          <a:prstGeom prst="rect">
            <a:avLst/>
          </a:prstGeom>
          <a:solidFill>
            <a:srgbClr val="FFFFFF"/>
          </a:solidFill>
          <a:ln w="10000">
            <a:solidFill>
              <a:srgbClr val="C7C7C7"/>
            </a:solidFill>
          </a:ln>
        </p:spPr>
        <p:txBody>
          <a:bodyPr wrap="square" lIns="45720" tIns="18288" rIns="45720" bIns="18288" anchor="ctr">
            <a:normAutofit/>
          </a:bodyPr>
          <a:lstStyle/>
          <a:p>
            <a:pPr marL="0" indent="0" algn="ctr">
              <a:buNone/>
            </a:pPr>
            <a:r>
              <a:rPr sz="1500" b="1">
                <a:latin typeface="Arial"/>
              </a:rPr>
              <a:t>[Implication]</a:t>
            </a:r>
            <a:endParaRPr lang="en-US" sz="1500" dirty="0"/>
          </a:p>
        </p:txBody>
      </p:sp>
      <p:sp>
        <p:nvSpPr>
          <p:cNvPr id="12" name="Assumption"/>
          <p:cNvSpPr/>
          <p:nvPr/>
        </p:nvSpPr>
        <p:spPr>
          <a:xfrm>
            <a:off x="2843784" y="4745736"/>
            <a:ext cx="832104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18288" rIns="45720" bIns="18288" anchor="ctr">
            <a:normAutofit/>
          </a:bodyPr>
          <a:lstStyle/>
          <a:p>
            <a:pPr marL="0" indent="0" algn="l">
              <a:buNone/>
            </a:pPr>
            <a:r>
              <a:rPr sz="1800" b="0">
                <a:latin typeface="Arial"/>
              </a:rPr>
              <a:t>[State the implication briefly]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18288" rIns="45720" bIns="18288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11111"/>
                </a:solidFill>
                <a:latin typeface="Arial"/>
              </a:rPr>
              <a:t>PROCESS · FLOW</a:t>
            </a:r>
            <a:endParaRPr lang="en-US" sz="1100" dirty="0"/>
          </a:p>
        </p:txBody>
      </p:sp>
      <p:sp>
        <p:nvSpPr>
          <p:cNvPr id="3" name="Title"/>
          <p:cNvSpPr/>
          <p:nvPr/>
        </p:nvSpPr>
        <p:spPr>
          <a:xfrm>
            <a:off x="502920" y="530352"/>
            <a:ext cx="11155680" cy="54864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18288" rIns="45720" bIns="18288" anchor="ctr">
            <a:normAutofit/>
          </a:bodyPr>
          <a:lstStyle/>
          <a:p>
            <a:pPr marL="0" indent="0" algn="l">
              <a:buNone/>
            </a:pPr>
            <a:r>
              <a:rPr sz="2700" b="1">
                <a:solidFill>
                  <a:srgbClr val="123B70"/>
                </a:solidFill>
                <a:latin typeface="Arial"/>
              </a:rPr>
              <a:t>[Process or method title]</a:t>
            </a:r>
            <a:endParaRPr lang="en-US" sz="2700" dirty="0"/>
          </a:p>
        </p:txBody>
      </p:sp>
      <p:sp>
        <p:nvSpPr>
          <p:cNvPr id="4" name="Header rule"/>
          <p:cNvSpPr/>
          <p:nvPr/>
        </p:nvSpPr>
        <p:spPr>
          <a:xfrm>
            <a:off x="502920" y="1170432"/>
            <a:ext cx="11155680" cy="32004"/>
          </a:xfrm>
          <a:prstGeom prst="rect">
            <a:avLst/>
          </a:prstGeom>
          <a:solidFill>
            <a:srgbClr val="C7C7C7"/>
          </a:solidFill>
          <a:ln w="0">
            <a:noFill/>
          </a:ln>
        </p:spPr>
        <p:txBody>
          <a:bodyPr/>
          <a:lstStyle/>
          <a:p>
            <a:endParaRPr lang="en-VN"/>
          </a:p>
        </p:txBody>
      </p:sp>
      <p:sp>
        <p:nvSpPr>
          <p:cNvPr id="5" name="Footer"/>
          <p:cNvSpPr/>
          <p:nvPr/>
        </p:nvSpPr>
        <p:spPr>
          <a:xfrm>
            <a:off x="502920" y="6556248"/>
            <a:ext cx="9144000" cy="173736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18288" rIns="45720" bIns="18288" anchor="ctr">
            <a:normAutofit/>
          </a:bodyPr>
          <a:lstStyle/>
          <a:p>
            <a:pPr marL="0" indent="0" algn="l">
              <a:buNone/>
            </a:pPr>
            <a:r>
              <a:rPr lang="en-US" sz="900" b="0" dirty="0">
                <a:solidFill>
                  <a:srgbClr val="666666"/>
                </a:solidFill>
                <a:latin typeface="Arial"/>
              </a:rPr>
              <a:t>[Short presentation label]</a:t>
            </a:r>
            <a:endParaRPr lang="en-US" sz="900" dirty="0"/>
          </a:p>
        </p:txBody>
      </p:sp>
      <p:sp>
        <p:nvSpPr>
          <p:cNvPr id="7" name="Method setup"/>
          <p:cNvSpPr/>
          <p:nvPr/>
        </p:nvSpPr>
        <p:spPr>
          <a:xfrm>
            <a:off x="658368" y="1435608"/>
            <a:ext cx="10835640" cy="530352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18288" rIns="45720" bIns="18288" anchor="ctr">
            <a:normAutofit/>
          </a:bodyPr>
          <a:lstStyle/>
          <a:p>
            <a:pPr marL="0" indent="0" algn="l">
              <a:buNone/>
            </a:pPr>
            <a:r>
              <a:rPr sz="2000" b="0">
                <a:latin typeface="Arial"/>
              </a:rPr>
              <a:t>[One-sentence description of the process]</a:t>
            </a:r>
            <a:endParaRPr lang="en-US" sz="1900" dirty="0"/>
          </a:p>
        </p:txBody>
      </p:sp>
      <p:sp>
        <p:nvSpPr>
          <p:cNvPr id="8" name="Flow card"/>
          <p:cNvSpPr/>
          <p:nvPr/>
        </p:nvSpPr>
        <p:spPr>
          <a:xfrm>
            <a:off x="530352" y="2395728"/>
            <a:ext cx="2359152" cy="2139696"/>
          </a:xfrm>
          <a:prstGeom prst="rect">
            <a:avLst/>
          </a:prstGeom>
          <a:solidFill>
            <a:srgbClr val="FFFFFF"/>
          </a:solidFill>
          <a:ln w="10000">
            <a:solidFill>
              <a:srgbClr val="C7C7C7"/>
            </a:solidFill>
          </a:ln>
        </p:spPr>
        <p:txBody>
          <a:bodyPr/>
          <a:lstStyle/>
          <a:p>
            <a:endParaRPr lang="en-VN"/>
          </a:p>
        </p:txBody>
      </p:sp>
      <p:sp>
        <p:nvSpPr>
          <p:cNvPr id="9" name="Pill"/>
          <p:cNvSpPr/>
          <p:nvPr/>
        </p:nvSpPr>
        <p:spPr>
          <a:xfrm>
            <a:off x="713232" y="2578608"/>
            <a:ext cx="502920" cy="438912"/>
          </a:xfrm>
          <a:prstGeom prst="rect">
            <a:avLst/>
          </a:prstGeom>
          <a:solidFill>
            <a:srgbClr val="FFFFFF"/>
          </a:solidFill>
          <a:ln w="10000">
            <a:solidFill>
              <a:srgbClr val="C7C7C7"/>
            </a:solidFill>
          </a:ln>
        </p:spPr>
        <p:txBody>
          <a:bodyPr wrap="square" lIns="45720" tIns="18288" rIns="45720" bIns="18288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11111"/>
                </a:solidFill>
                <a:latin typeface="Arial"/>
              </a:rPr>
              <a:t>1</a:t>
            </a:r>
            <a:endParaRPr lang="en-US" sz="1700" dirty="0"/>
          </a:p>
        </p:txBody>
      </p:sp>
      <p:sp>
        <p:nvSpPr>
          <p:cNvPr id="10" name="Flow title"/>
          <p:cNvSpPr/>
          <p:nvPr/>
        </p:nvSpPr>
        <p:spPr>
          <a:xfrm>
            <a:off x="713232" y="3099816"/>
            <a:ext cx="2011680" cy="493776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18288" rIns="45720" bIns="18288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1111"/>
                </a:solidFill>
                <a:latin typeface="Arial"/>
              </a:rPr>
              <a:t>[Step one]</a:t>
            </a:r>
            <a:endParaRPr lang="en-US" sz="1800" dirty="0"/>
          </a:p>
        </p:txBody>
      </p:sp>
      <p:sp>
        <p:nvSpPr>
          <p:cNvPr id="11" name="Flow detail"/>
          <p:cNvSpPr/>
          <p:nvPr/>
        </p:nvSpPr>
        <p:spPr>
          <a:xfrm>
            <a:off x="713232" y="3703320"/>
            <a:ext cx="2011680" cy="603504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18288" rIns="45720" bIns="18288" anchor="t">
            <a:normAutofit/>
          </a:bodyPr>
          <a:lstStyle/>
          <a:p>
            <a:pPr marL="0" indent="0" algn="l">
              <a:buNone/>
            </a:pPr>
            <a:r>
              <a:rPr lang="en-US" sz="1400" b="0" dirty="0">
                <a:solidFill>
                  <a:srgbClr val="444444"/>
                </a:solidFill>
                <a:latin typeface="Arial"/>
              </a:rPr>
              <a:t>[Short action]</a:t>
            </a:r>
            <a:endParaRPr lang="en-US" sz="1400" dirty="0"/>
          </a:p>
        </p:txBody>
      </p:sp>
      <p:sp>
        <p:nvSpPr>
          <p:cNvPr id="12" name="Flow arrow"/>
          <p:cNvSpPr/>
          <p:nvPr/>
        </p:nvSpPr>
        <p:spPr>
          <a:xfrm>
            <a:off x="2944368" y="3108960"/>
            <a:ext cx="365760" cy="50292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18288" rIns="45720" bIns="18288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11111"/>
                </a:solidFill>
                <a:latin typeface="Arial"/>
              </a:rPr>
              <a:t>→</a:t>
            </a:r>
            <a:endParaRPr lang="en-US" sz="2400" dirty="0"/>
          </a:p>
        </p:txBody>
      </p:sp>
      <p:sp>
        <p:nvSpPr>
          <p:cNvPr id="13" name="Flow card"/>
          <p:cNvSpPr/>
          <p:nvPr/>
        </p:nvSpPr>
        <p:spPr>
          <a:xfrm>
            <a:off x="3346704" y="2395728"/>
            <a:ext cx="2359152" cy="2139696"/>
          </a:xfrm>
          <a:prstGeom prst="rect">
            <a:avLst/>
          </a:prstGeom>
          <a:solidFill>
            <a:srgbClr val="FFFFFF"/>
          </a:solidFill>
          <a:ln w="10000">
            <a:solidFill>
              <a:srgbClr val="C7C7C7"/>
            </a:solidFill>
          </a:ln>
        </p:spPr>
        <p:txBody>
          <a:bodyPr/>
          <a:lstStyle/>
          <a:p>
            <a:endParaRPr lang="en-VN"/>
          </a:p>
        </p:txBody>
      </p:sp>
      <p:sp>
        <p:nvSpPr>
          <p:cNvPr id="14" name="Pill"/>
          <p:cNvSpPr/>
          <p:nvPr/>
        </p:nvSpPr>
        <p:spPr>
          <a:xfrm>
            <a:off x="3529584" y="2578608"/>
            <a:ext cx="502920" cy="438912"/>
          </a:xfrm>
          <a:prstGeom prst="rect">
            <a:avLst/>
          </a:prstGeom>
          <a:solidFill>
            <a:srgbClr val="FFFFFF"/>
          </a:solidFill>
          <a:ln w="10000">
            <a:solidFill>
              <a:srgbClr val="C7C7C7"/>
            </a:solidFill>
          </a:ln>
        </p:spPr>
        <p:txBody>
          <a:bodyPr wrap="square" lIns="45720" tIns="18288" rIns="45720" bIns="18288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11111"/>
                </a:solidFill>
                <a:latin typeface="Arial"/>
              </a:rPr>
              <a:t>2</a:t>
            </a:r>
            <a:endParaRPr lang="en-US" sz="1700" dirty="0"/>
          </a:p>
        </p:txBody>
      </p:sp>
      <p:sp>
        <p:nvSpPr>
          <p:cNvPr id="15" name="Flow title"/>
          <p:cNvSpPr/>
          <p:nvPr/>
        </p:nvSpPr>
        <p:spPr>
          <a:xfrm>
            <a:off x="3529584" y="3099816"/>
            <a:ext cx="2011680" cy="493776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18288" rIns="45720" bIns="18288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1111"/>
                </a:solidFill>
                <a:latin typeface="Arial"/>
              </a:rPr>
              <a:t>[Step two]</a:t>
            </a:r>
            <a:endParaRPr lang="en-US" sz="1800" dirty="0"/>
          </a:p>
        </p:txBody>
      </p:sp>
      <p:sp>
        <p:nvSpPr>
          <p:cNvPr id="16" name="Flow detail"/>
          <p:cNvSpPr/>
          <p:nvPr/>
        </p:nvSpPr>
        <p:spPr>
          <a:xfrm>
            <a:off x="3529584" y="3703320"/>
            <a:ext cx="2011680" cy="603504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18288" rIns="45720" bIns="18288" anchor="t">
            <a:normAutofit/>
          </a:bodyPr>
          <a:lstStyle/>
          <a:p>
            <a:pPr marL="0" indent="0" algn="l">
              <a:buNone/>
            </a:pPr>
            <a:r>
              <a:rPr lang="en-US" sz="1400" b="0" dirty="0">
                <a:solidFill>
                  <a:srgbClr val="444444"/>
                </a:solidFill>
                <a:latin typeface="Arial"/>
              </a:rPr>
              <a:t>[Short action]</a:t>
            </a:r>
            <a:endParaRPr lang="en-US" sz="1400" dirty="0"/>
          </a:p>
        </p:txBody>
      </p:sp>
      <p:sp>
        <p:nvSpPr>
          <p:cNvPr id="17" name="Flow arrow"/>
          <p:cNvSpPr/>
          <p:nvPr/>
        </p:nvSpPr>
        <p:spPr>
          <a:xfrm>
            <a:off x="5760720" y="3108960"/>
            <a:ext cx="365760" cy="50292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18288" rIns="45720" bIns="18288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11111"/>
                </a:solidFill>
                <a:latin typeface="Arial"/>
              </a:rPr>
              <a:t>→</a:t>
            </a:r>
            <a:endParaRPr lang="en-US" sz="2400" dirty="0"/>
          </a:p>
        </p:txBody>
      </p:sp>
      <p:sp>
        <p:nvSpPr>
          <p:cNvPr id="18" name="Flow card"/>
          <p:cNvSpPr/>
          <p:nvPr/>
        </p:nvSpPr>
        <p:spPr>
          <a:xfrm>
            <a:off x="6163056" y="2395728"/>
            <a:ext cx="2359152" cy="2139696"/>
          </a:xfrm>
          <a:prstGeom prst="rect">
            <a:avLst/>
          </a:prstGeom>
          <a:solidFill>
            <a:srgbClr val="FFFFFF"/>
          </a:solidFill>
          <a:ln w="10000">
            <a:solidFill>
              <a:srgbClr val="C7C7C7"/>
            </a:solidFill>
          </a:ln>
        </p:spPr>
        <p:txBody>
          <a:bodyPr/>
          <a:lstStyle/>
          <a:p>
            <a:endParaRPr lang="en-VN"/>
          </a:p>
        </p:txBody>
      </p:sp>
      <p:sp>
        <p:nvSpPr>
          <p:cNvPr id="19" name="Pill"/>
          <p:cNvSpPr/>
          <p:nvPr/>
        </p:nvSpPr>
        <p:spPr>
          <a:xfrm>
            <a:off x="6345936" y="2578608"/>
            <a:ext cx="502920" cy="438912"/>
          </a:xfrm>
          <a:prstGeom prst="rect">
            <a:avLst/>
          </a:prstGeom>
          <a:solidFill>
            <a:srgbClr val="FFFFFF"/>
          </a:solidFill>
          <a:ln w="10000">
            <a:solidFill>
              <a:srgbClr val="C7C7C7"/>
            </a:solidFill>
          </a:ln>
        </p:spPr>
        <p:txBody>
          <a:bodyPr wrap="square" lIns="45720" tIns="18288" rIns="45720" bIns="18288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11111"/>
                </a:solidFill>
                <a:latin typeface="Arial"/>
              </a:rPr>
              <a:t>3</a:t>
            </a:r>
            <a:endParaRPr lang="en-US" sz="1700" dirty="0"/>
          </a:p>
        </p:txBody>
      </p:sp>
      <p:sp>
        <p:nvSpPr>
          <p:cNvPr id="20" name="Flow title"/>
          <p:cNvSpPr/>
          <p:nvPr/>
        </p:nvSpPr>
        <p:spPr>
          <a:xfrm>
            <a:off x="6345936" y="3099816"/>
            <a:ext cx="2011680" cy="493776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18288" rIns="45720" bIns="18288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1111"/>
                </a:solidFill>
                <a:latin typeface="Arial"/>
              </a:rPr>
              <a:t>[Step three]</a:t>
            </a:r>
            <a:endParaRPr lang="en-US" sz="1800" dirty="0"/>
          </a:p>
        </p:txBody>
      </p:sp>
      <p:sp>
        <p:nvSpPr>
          <p:cNvPr id="21" name="Flow detail"/>
          <p:cNvSpPr/>
          <p:nvPr/>
        </p:nvSpPr>
        <p:spPr>
          <a:xfrm>
            <a:off x="6345936" y="3703320"/>
            <a:ext cx="2011680" cy="603504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18288" rIns="45720" bIns="18288" anchor="t">
            <a:normAutofit/>
          </a:bodyPr>
          <a:lstStyle/>
          <a:p>
            <a:pPr marL="0" indent="0" algn="l">
              <a:buNone/>
            </a:pPr>
            <a:r>
              <a:rPr lang="en-US" sz="1400" b="0" dirty="0">
                <a:solidFill>
                  <a:srgbClr val="444444"/>
                </a:solidFill>
                <a:latin typeface="Arial"/>
              </a:rPr>
              <a:t>[Short action]</a:t>
            </a:r>
            <a:endParaRPr lang="en-US" sz="1400" dirty="0"/>
          </a:p>
        </p:txBody>
      </p:sp>
      <p:sp>
        <p:nvSpPr>
          <p:cNvPr id="22" name="Flow arrow"/>
          <p:cNvSpPr/>
          <p:nvPr/>
        </p:nvSpPr>
        <p:spPr>
          <a:xfrm>
            <a:off x="8577072" y="3108960"/>
            <a:ext cx="365760" cy="50292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18288" rIns="45720" bIns="18288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11111"/>
                </a:solidFill>
                <a:latin typeface="Arial"/>
              </a:rPr>
              <a:t>→</a:t>
            </a:r>
            <a:endParaRPr lang="en-US" sz="2400" dirty="0"/>
          </a:p>
        </p:txBody>
      </p:sp>
      <p:sp>
        <p:nvSpPr>
          <p:cNvPr id="23" name="Flow card"/>
          <p:cNvSpPr/>
          <p:nvPr/>
        </p:nvSpPr>
        <p:spPr>
          <a:xfrm>
            <a:off x="8979408" y="2395728"/>
            <a:ext cx="2359152" cy="2139696"/>
          </a:xfrm>
          <a:prstGeom prst="rect">
            <a:avLst/>
          </a:prstGeom>
          <a:solidFill>
            <a:srgbClr val="FFFFFF"/>
          </a:solidFill>
          <a:ln w="10000">
            <a:solidFill>
              <a:srgbClr val="C7C7C7"/>
            </a:solidFill>
          </a:ln>
        </p:spPr>
        <p:txBody>
          <a:bodyPr/>
          <a:lstStyle/>
          <a:p>
            <a:endParaRPr lang="en-VN"/>
          </a:p>
        </p:txBody>
      </p:sp>
      <p:sp>
        <p:nvSpPr>
          <p:cNvPr id="24" name="Pill"/>
          <p:cNvSpPr/>
          <p:nvPr/>
        </p:nvSpPr>
        <p:spPr>
          <a:xfrm>
            <a:off x="9162288" y="2578608"/>
            <a:ext cx="502920" cy="438912"/>
          </a:xfrm>
          <a:prstGeom prst="rect">
            <a:avLst/>
          </a:prstGeom>
          <a:solidFill>
            <a:srgbClr val="FFFFFF"/>
          </a:solidFill>
          <a:ln w="10000">
            <a:solidFill>
              <a:srgbClr val="C7C7C7"/>
            </a:solidFill>
          </a:ln>
        </p:spPr>
        <p:txBody>
          <a:bodyPr wrap="square" lIns="45720" tIns="18288" rIns="45720" bIns="18288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11111"/>
                </a:solidFill>
                <a:latin typeface="Arial"/>
              </a:rPr>
              <a:t>4</a:t>
            </a:r>
            <a:endParaRPr lang="en-US" sz="1700" dirty="0"/>
          </a:p>
        </p:txBody>
      </p:sp>
      <p:sp>
        <p:nvSpPr>
          <p:cNvPr id="25" name="Flow title"/>
          <p:cNvSpPr/>
          <p:nvPr/>
        </p:nvSpPr>
        <p:spPr>
          <a:xfrm>
            <a:off x="9162288" y="3099816"/>
            <a:ext cx="2011680" cy="493776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18288" rIns="45720" bIns="18288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1111"/>
                </a:solidFill>
                <a:latin typeface="Arial"/>
              </a:rPr>
              <a:t>[Step four]</a:t>
            </a:r>
            <a:endParaRPr lang="en-US" sz="1800" dirty="0"/>
          </a:p>
        </p:txBody>
      </p:sp>
      <p:sp>
        <p:nvSpPr>
          <p:cNvPr id="26" name="Flow detail"/>
          <p:cNvSpPr/>
          <p:nvPr/>
        </p:nvSpPr>
        <p:spPr>
          <a:xfrm>
            <a:off x="9162288" y="3703320"/>
            <a:ext cx="2011680" cy="603504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18288" rIns="45720" bIns="18288" anchor="t">
            <a:normAutofit/>
          </a:bodyPr>
          <a:lstStyle/>
          <a:p>
            <a:pPr marL="0" indent="0" algn="l">
              <a:buNone/>
            </a:pPr>
            <a:r>
              <a:rPr lang="en-US" sz="1400" b="0" dirty="0">
                <a:solidFill>
                  <a:srgbClr val="444444"/>
                </a:solidFill>
                <a:latin typeface="Arial"/>
              </a:rPr>
              <a:t>[Short action]</a:t>
            </a:r>
            <a:endParaRPr lang="en-US" sz="1400" dirty="0"/>
          </a:p>
        </p:txBody>
      </p:sp>
      <p:sp>
        <p:nvSpPr>
          <p:cNvPr id="27" name="Pill"/>
          <p:cNvSpPr/>
          <p:nvPr/>
        </p:nvSpPr>
        <p:spPr>
          <a:xfrm>
            <a:off x="2304288" y="4992624"/>
            <a:ext cx="7498080" cy="612648"/>
          </a:xfrm>
          <a:prstGeom prst="rect">
            <a:avLst/>
          </a:prstGeom>
          <a:solidFill>
            <a:srgbClr val="FFFFFF"/>
          </a:solidFill>
          <a:ln w="10000">
            <a:solidFill>
              <a:srgbClr val="C7C7C7"/>
            </a:solidFill>
          </a:ln>
        </p:spPr>
        <p:txBody>
          <a:bodyPr wrap="square" lIns="45720" tIns="18288" rIns="45720" bIns="18288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11111"/>
                </a:solidFill>
                <a:latin typeface="Arial"/>
              </a:rPr>
              <a:t>[Key condition or decision]</a:t>
            </a:r>
            <a:endParaRPr lang="en-US" sz="1700" dirty="0"/>
          </a:p>
        </p:txBody>
      </p:sp>
      <p:sp>
        <p:nvSpPr>
          <p:cNvPr id="28" name="Loop arrow"/>
          <p:cNvSpPr/>
          <p:nvPr/>
        </p:nvSpPr>
        <p:spPr>
          <a:xfrm>
            <a:off x="5614416" y="5742432"/>
            <a:ext cx="1005840" cy="420624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18288" rIns="45720" bIns="18288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11111"/>
                </a:solidFill>
                <a:latin typeface="Arial"/>
              </a:rPr>
              <a:t>↺</a:t>
            </a:r>
            <a:endParaRPr lang="en-US" sz="3000" dirty="0"/>
          </a:p>
        </p:txBody>
      </p:sp>
      <p:sp>
        <p:nvSpPr>
          <p:cNvPr id="29" name="Loop label"/>
          <p:cNvSpPr/>
          <p:nvPr/>
        </p:nvSpPr>
        <p:spPr>
          <a:xfrm>
            <a:off x="2926080" y="6117336"/>
            <a:ext cx="6355080" cy="256032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18288" rIns="45720" bIns="18288" anchor="ctr">
            <a:normAutofit/>
          </a:bodyPr>
          <a:lstStyle/>
          <a:p>
            <a:pPr marL="0" indent="0" algn="ctr">
              <a:buNone/>
            </a:pPr>
            <a:r>
              <a:rPr lang="en-US" sz="1200" b="0" dirty="0">
                <a:solidFill>
                  <a:srgbClr val="666666"/>
                </a:solidFill>
                <a:latin typeface="Arial"/>
              </a:rPr>
              <a:t>[Repeat if needed]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18288" rIns="45720" bIns="18288" anchor="ctr">
            <a:normAutofit/>
          </a:bodyPr>
          <a:lstStyle/>
          <a:p>
            <a:pPr marL="0" indent="0" algn="l">
              <a:buNone/>
            </a:pPr>
            <a:r>
              <a:rPr sz="1200" b="1">
                <a:latin typeface="Arial"/>
              </a:rPr>
              <a:t>COMPARISON</a:t>
            </a:r>
            <a:endParaRPr lang="en-US" sz="1100" dirty="0"/>
          </a:p>
        </p:txBody>
      </p:sp>
      <p:sp>
        <p:nvSpPr>
          <p:cNvPr id="3" name="Title"/>
          <p:cNvSpPr/>
          <p:nvPr/>
        </p:nvSpPr>
        <p:spPr>
          <a:xfrm>
            <a:off x="502920" y="530352"/>
            <a:ext cx="11155680" cy="54864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18288" rIns="45720" bIns="18288" anchor="ctr">
            <a:normAutofit/>
          </a:bodyPr>
          <a:lstStyle/>
          <a:p>
            <a:pPr marL="0" indent="0" algn="l">
              <a:buNone/>
            </a:pPr>
            <a:r>
              <a:rPr sz="2700" b="1">
                <a:solidFill>
                  <a:srgbClr val="123B70"/>
                </a:solidFill>
                <a:latin typeface="Arial"/>
              </a:rPr>
              <a:t>[Comparison title]</a:t>
            </a:r>
            <a:endParaRPr lang="en-US" sz="2700" dirty="0"/>
          </a:p>
        </p:txBody>
      </p:sp>
      <p:sp>
        <p:nvSpPr>
          <p:cNvPr id="4" name="Header rule"/>
          <p:cNvSpPr/>
          <p:nvPr/>
        </p:nvSpPr>
        <p:spPr>
          <a:xfrm>
            <a:off x="502920" y="1170432"/>
            <a:ext cx="11155680" cy="32004"/>
          </a:xfrm>
          <a:prstGeom prst="rect">
            <a:avLst/>
          </a:prstGeom>
          <a:solidFill>
            <a:srgbClr val="C7C7C7"/>
          </a:solidFill>
          <a:ln w="0">
            <a:noFill/>
          </a:ln>
        </p:spPr>
        <p:txBody>
          <a:bodyPr/>
          <a:lstStyle/>
          <a:p>
            <a:endParaRPr lang="en-VN"/>
          </a:p>
        </p:txBody>
      </p:sp>
      <p:sp>
        <p:nvSpPr>
          <p:cNvPr id="5" name="Footer"/>
          <p:cNvSpPr/>
          <p:nvPr/>
        </p:nvSpPr>
        <p:spPr>
          <a:xfrm>
            <a:off x="502920" y="6556248"/>
            <a:ext cx="9144000" cy="173736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18288" rIns="45720" bIns="18288" anchor="ctr">
            <a:normAutofit/>
          </a:bodyPr>
          <a:lstStyle/>
          <a:p>
            <a:pPr marL="0" indent="0" algn="l">
              <a:buNone/>
            </a:pPr>
            <a:r>
              <a:rPr lang="en-US" sz="900" b="0" dirty="0">
                <a:solidFill>
                  <a:srgbClr val="666666"/>
                </a:solidFill>
                <a:latin typeface="Arial"/>
              </a:rPr>
              <a:t>[Short presentation label]</a:t>
            </a:r>
            <a:endParaRPr lang="en-US" sz="900" dirty="0"/>
          </a:p>
        </p:txBody>
      </p:sp>
      <p:sp>
        <p:nvSpPr>
          <p:cNvPr id="7" name="Card"/>
          <p:cNvSpPr/>
          <p:nvPr/>
        </p:nvSpPr>
        <p:spPr>
          <a:xfrm>
            <a:off x="658368" y="1609344"/>
            <a:ext cx="3438144" cy="4279392"/>
          </a:xfrm>
          <a:prstGeom prst="rect">
            <a:avLst/>
          </a:prstGeom>
          <a:solidFill>
            <a:srgbClr val="FFFFFF"/>
          </a:solidFill>
          <a:ln w="10000">
            <a:solidFill>
              <a:srgbClr val="C7C7C7"/>
            </a:solidFill>
          </a:ln>
        </p:spPr>
        <p:txBody>
          <a:bodyPr/>
          <a:lstStyle/>
          <a:p>
            <a:endParaRPr lang="en-VN"/>
          </a:p>
        </p:txBody>
      </p:sp>
      <p:sp>
        <p:nvSpPr>
          <p:cNvPr id="8" name="Card accent"/>
          <p:cNvSpPr/>
          <p:nvPr/>
        </p:nvSpPr>
        <p:spPr>
          <a:xfrm>
            <a:off x="658368" y="1609344"/>
            <a:ext cx="73152" cy="4279392"/>
          </a:xfrm>
          <a:prstGeom prst="rect">
            <a:avLst/>
          </a:prstGeom>
          <a:solidFill>
            <a:srgbClr val="888888"/>
          </a:solidFill>
          <a:ln w="0">
            <a:noFill/>
          </a:ln>
        </p:spPr>
        <p:txBody>
          <a:bodyPr/>
          <a:lstStyle/>
          <a:p>
            <a:endParaRPr lang="en-VN"/>
          </a:p>
        </p:txBody>
      </p:sp>
      <p:sp>
        <p:nvSpPr>
          <p:cNvPr id="9" name="Card title"/>
          <p:cNvSpPr/>
          <p:nvPr/>
        </p:nvSpPr>
        <p:spPr>
          <a:xfrm>
            <a:off x="868680" y="1773936"/>
            <a:ext cx="3026664" cy="41148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18288" rIns="45720" bIns="18288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23B70"/>
                </a:solidFill>
                <a:latin typeface="Arial"/>
              </a:rPr>
              <a:t>[Option A]</a:t>
            </a:r>
            <a:endParaRPr lang="en-US" sz="1900" dirty="0"/>
          </a:p>
        </p:txBody>
      </p:sp>
      <p:sp>
        <p:nvSpPr>
          <p:cNvPr id="10" name="Card body 1"/>
          <p:cNvSpPr/>
          <p:nvPr/>
        </p:nvSpPr>
        <p:spPr>
          <a:xfrm>
            <a:off x="868680" y="2267712"/>
            <a:ext cx="2999232" cy="3456432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18288" rIns="45720" bIns="18288" anchor="t">
            <a:normAutofit/>
          </a:bodyPr>
          <a:lstStyle/>
          <a:p>
            <a:pPr marL="0" indent="0" algn="l">
              <a:buNone/>
            </a:pPr>
            <a:r>
              <a:rPr sz="1900" b="0">
                <a:latin typeface="Arial"/>
              </a:rPr>
              <a:t>[Describe the first option and its role.]</a:t>
            </a:r>
            <a:endParaRPr lang="en-US" sz="1700" dirty="0"/>
          </a:p>
        </p:txBody>
      </p:sp>
      <p:sp>
        <p:nvSpPr>
          <p:cNvPr id="11" name="Card"/>
          <p:cNvSpPr/>
          <p:nvPr/>
        </p:nvSpPr>
        <p:spPr>
          <a:xfrm>
            <a:off x="4370832" y="1609344"/>
            <a:ext cx="3438144" cy="4279392"/>
          </a:xfrm>
          <a:prstGeom prst="rect">
            <a:avLst/>
          </a:prstGeom>
          <a:solidFill>
            <a:srgbClr val="FFFFFF"/>
          </a:solidFill>
          <a:ln w="10000">
            <a:solidFill>
              <a:srgbClr val="C7C7C7"/>
            </a:solidFill>
          </a:ln>
        </p:spPr>
        <p:txBody>
          <a:bodyPr/>
          <a:lstStyle/>
          <a:p>
            <a:endParaRPr lang="en-VN"/>
          </a:p>
        </p:txBody>
      </p:sp>
      <p:sp>
        <p:nvSpPr>
          <p:cNvPr id="12" name="Card accent"/>
          <p:cNvSpPr/>
          <p:nvPr/>
        </p:nvSpPr>
        <p:spPr>
          <a:xfrm>
            <a:off x="4370832" y="1609344"/>
            <a:ext cx="73152" cy="4279392"/>
          </a:xfrm>
          <a:prstGeom prst="rect">
            <a:avLst/>
          </a:prstGeom>
          <a:solidFill>
            <a:srgbClr val="444444"/>
          </a:solidFill>
          <a:ln w="0">
            <a:noFill/>
          </a:ln>
        </p:spPr>
        <p:txBody>
          <a:bodyPr/>
          <a:lstStyle/>
          <a:p>
            <a:endParaRPr lang="en-VN"/>
          </a:p>
        </p:txBody>
      </p:sp>
      <p:sp>
        <p:nvSpPr>
          <p:cNvPr id="13" name="Card title"/>
          <p:cNvSpPr/>
          <p:nvPr/>
        </p:nvSpPr>
        <p:spPr>
          <a:xfrm>
            <a:off x="4581144" y="1773936"/>
            <a:ext cx="3026664" cy="41148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18288" rIns="45720" bIns="18288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23B70"/>
                </a:solidFill>
                <a:latin typeface="Arial"/>
              </a:rPr>
              <a:t>[Option B]</a:t>
            </a:r>
            <a:endParaRPr lang="en-US" sz="1900" dirty="0"/>
          </a:p>
        </p:txBody>
      </p:sp>
      <p:sp>
        <p:nvSpPr>
          <p:cNvPr id="14" name="Card body 2"/>
          <p:cNvSpPr/>
          <p:nvPr/>
        </p:nvSpPr>
        <p:spPr>
          <a:xfrm>
            <a:off x="4581144" y="2267712"/>
            <a:ext cx="2999232" cy="3456432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18288" rIns="45720" bIns="18288" anchor="t">
            <a:normAutofit/>
          </a:bodyPr>
          <a:lstStyle/>
          <a:p>
            <a:pPr marL="0" indent="0" algn="l">
              <a:buNone/>
            </a:pPr>
            <a:r>
              <a:rPr sz="1900" b="0">
                <a:latin typeface="Arial"/>
              </a:rPr>
              <a:t>[Describe the second option and its role.]</a:t>
            </a:r>
            <a:endParaRPr lang="en-US" sz="1700" dirty="0"/>
          </a:p>
        </p:txBody>
      </p:sp>
      <p:sp>
        <p:nvSpPr>
          <p:cNvPr id="15" name="Card"/>
          <p:cNvSpPr/>
          <p:nvPr/>
        </p:nvSpPr>
        <p:spPr>
          <a:xfrm>
            <a:off x="8083296" y="1609344"/>
            <a:ext cx="3438144" cy="4279392"/>
          </a:xfrm>
          <a:prstGeom prst="rect">
            <a:avLst/>
          </a:prstGeom>
          <a:solidFill>
            <a:srgbClr val="FFFFFF"/>
          </a:solidFill>
          <a:ln w="10000">
            <a:solidFill>
              <a:srgbClr val="C7C7C7"/>
            </a:solidFill>
          </a:ln>
        </p:spPr>
        <p:txBody>
          <a:bodyPr/>
          <a:lstStyle/>
          <a:p>
            <a:endParaRPr lang="en-VN"/>
          </a:p>
        </p:txBody>
      </p:sp>
      <p:sp>
        <p:nvSpPr>
          <p:cNvPr id="16" name="Card accent"/>
          <p:cNvSpPr/>
          <p:nvPr/>
        </p:nvSpPr>
        <p:spPr>
          <a:xfrm>
            <a:off x="8083296" y="1609344"/>
            <a:ext cx="73152" cy="4279392"/>
          </a:xfrm>
          <a:prstGeom prst="rect">
            <a:avLst/>
          </a:prstGeom>
          <a:solidFill>
            <a:srgbClr val="111111"/>
          </a:solidFill>
          <a:ln w="0">
            <a:noFill/>
          </a:ln>
        </p:spPr>
        <p:txBody>
          <a:bodyPr/>
          <a:lstStyle/>
          <a:p>
            <a:endParaRPr lang="en-VN"/>
          </a:p>
        </p:txBody>
      </p:sp>
      <p:sp>
        <p:nvSpPr>
          <p:cNvPr id="17" name="Card title"/>
          <p:cNvSpPr/>
          <p:nvPr/>
        </p:nvSpPr>
        <p:spPr>
          <a:xfrm>
            <a:off x="8293608" y="1773936"/>
            <a:ext cx="3026664" cy="41148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18288" rIns="45720" bIns="18288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23B70"/>
                </a:solidFill>
                <a:latin typeface="Arial"/>
              </a:rPr>
              <a:t>[Option C]</a:t>
            </a:r>
            <a:endParaRPr lang="en-US" sz="1900" dirty="0"/>
          </a:p>
        </p:txBody>
      </p:sp>
      <p:sp>
        <p:nvSpPr>
          <p:cNvPr id="18" name="Card body 3"/>
          <p:cNvSpPr/>
          <p:nvPr/>
        </p:nvSpPr>
        <p:spPr>
          <a:xfrm>
            <a:off x="8293608" y="2267712"/>
            <a:ext cx="2999232" cy="3456432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18288" rIns="45720" bIns="18288" anchor="t">
            <a:normAutofit/>
          </a:bodyPr>
          <a:lstStyle/>
          <a:p>
            <a:pPr marL="0" indent="0" algn="l">
              <a:buNone/>
            </a:pPr>
            <a:r>
              <a:rPr sz="1900" b="0">
                <a:latin typeface="Arial"/>
              </a:rPr>
              <a:t>[Describe the third option and its role.]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18288" rIns="45720" bIns="18288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11111"/>
                </a:solidFill>
                <a:latin typeface="Arial"/>
              </a:rPr>
              <a:t>RESULT</a:t>
            </a:r>
            <a:endParaRPr lang="en-US" sz="1100" dirty="0"/>
          </a:p>
        </p:txBody>
      </p:sp>
      <p:sp>
        <p:nvSpPr>
          <p:cNvPr id="3" name="Title"/>
          <p:cNvSpPr/>
          <p:nvPr/>
        </p:nvSpPr>
        <p:spPr>
          <a:xfrm>
            <a:off x="502920" y="530352"/>
            <a:ext cx="11155680" cy="54864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18288" rIns="45720" bIns="18288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23B70"/>
                </a:solidFill>
                <a:latin typeface="Arial"/>
              </a:rPr>
              <a:t>[Result title]</a:t>
            </a:r>
            <a:endParaRPr lang="en-US" sz="2700" dirty="0"/>
          </a:p>
        </p:txBody>
      </p:sp>
      <p:sp>
        <p:nvSpPr>
          <p:cNvPr id="4" name="Header rule"/>
          <p:cNvSpPr/>
          <p:nvPr/>
        </p:nvSpPr>
        <p:spPr>
          <a:xfrm>
            <a:off x="502920" y="1170432"/>
            <a:ext cx="11155680" cy="32004"/>
          </a:xfrm>
          <a:prstGeom prst="rect">
            <a:avLst/>
          </a:prstGeom>
          <a:solidFill>
            <a:srgbClr val="C7C7C7"/>
          </a:solidFill>
          <a:ln w="0">
            <a:noFill/>
          </a:ln>
        </p:spPr>
        <p:txBody>
          <a:bodyPr/>
          <a:lstStyle/>
          <a:p>
            <a:endParaRPr lang="en-VN"/>
          </a:p>
        </p:txBody>
      </p:sp>
      <p:sp>
        <p:nvSpPr>
          <p:cNvPr id="5" name="Footer"/>
          <p:cNvSpPr/>
          <p:nvPr/>
        </p:nvSpPr>
        <p:spPr>
          <a:xfrm>
            <a:off x="502920" y="6556248"/>
            <a:ext cx="9144000" cy="173736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18288" rIns="45720" bIns="18288" anchor="ctr">
            <a:normAutofit/>
          </a:bodyPr>
          <a:lstStyle/>
          <a:p>
            <a:pPr marL="0" indent="0" algn="l">
              <a:buNone/>
            </a:pPr>
            <a:r>
              <a:rPr lang="en-US" sz="900" b="0" dirty="0">
                <a:solidFill>
                  <a:srgbClr val="666666"/>
                </a:solidFill>
                <a:latin typeface="Arial"/>
              </a:rPr>
              <a:t>[Short presentation label]</a:t>
            </a:r>
            <a:endParaRPr lang="en-US" sz="900" dirty="0"/>
          </a:p>
        </p:txBody>
      </p:sp>
      <p:sp>
        <p:nvSpPr>
          <p:cNvPr id="7" name="Chart card"/>
          <p:cNvSpPr/>
          <p:nvPr/>
        </p:nvSpPr>
        <p:spPr>
          <a:xfrm>
            <a:off x="502920" y="1417320"/>
            <a:ext cx="7607808" cy="4855464"/>
          </a:xfrm>
          <a:prstGeom prst="rect">
            <a:avLst/>
          </a:prstGeom>
          <a:solidFill>
            <a:srgbClr val="FFFFFF"/>
          </a:solidFill>
          <a:ln w="10000">
            <a:solidFill>
              <a:srgbClr val="C7C7C7"/>
            </a:solidFill>
          </a:ln>
        </p:spPr>
        <p:txBody>
          <a:bodyPr wrap="square" lIns="45720" rIns="45720" tIns="45720" bIns="45720" anchor="ctr">
            <a:normAutofit/>
          </a:bodyPr>
          <a:lstStyle/>
          <a:p>
            <a:pPr algn="ctr"/>
            <a:r>
              <a:rPr lang="en-US" sz="2200" b="0">
                <a:solidFill>
                  <a:srgbClr val="666666"/>
                </a:solidFill>
                <a:latin typeface="Arial"/>
              </a:rPr>
              <a:t>[Insert editable chart or figure]</a:t>
            </a:r>
          </a:p>
        </p:txBody>
      </p:sp>
      <p:sp>
        <p:nvSpPr>
          <p:cNvPr id="9" name="Result callout"/>
          <p:cNvSpPr/>
          <p:nvPr/>
        </p:nvSpPr>
        <p:spPr>
          <a:xfrm>
            <a:off x="8330184" y="1545336"/>
            <a:ext cx="3282696" cy="4407408"/>
          </a:xfrm>
          <a:prstGeom prst="rect">
            <a:avLst/>
          </a:prstGeom>
          <a:solidFill>
            <a:srgbClr val="FFFFFF"/>
          </a:solidFill>
          <a:ln w="10000">
            <a:solidFill>
              <a:srgbClr val="C7C7C7"/>
            </a:solidFill>
          </a:ln>
        </p:spPr>
        <p:txBody>
          <a:bodyPr/>
          <a:lstStyle/>
          <a:p>
            <a:endParaRPr lang="en-VN"/>
          </a:p>
        </p:txBody>
      </p:sp>
      <p:sp>
        <p:nvSpPr>
          <p:cNvPr id="10" name="Setting"/>
          <p:cNvSpPr/>
          <p:nvPr/>
        </p:nvSpPr>
        <p:spPr>
          <a:xfrm>
            <a:off x="8577072" y="1819656"/>
            <a:ext cx="2798064" cy="32004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18288" rIns="45720" bIns="18288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44444"/>
                </a:solidFill>
                <a:latin typeface="Arial"/>
              </a:rPr>
              <a:t>KEY RESULT</a:t>
            </a:r>
            <a:endParaRPr lang="en-US" sz="1300" dirty="0"/>
          </a:p>
        </p:txBody>
      </p:sp>
      <p:sp>
        <p:nvSpPr>
          <p:cNvPr id="11" name="Adaptivity effect"/>
          <p:cNvSpPr/>
          <p:nvPr/>
        </p:nvSpPr>
        <p:spPr>
          <a:xfrm>
            <a:off x="8540496" y="2276856"/>
            <a:ext cx="2816352" cy="73152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18288" rIns="45720" bIns="18288" anchor="ctr">
            <a:normAutofit/>
          </a:bodyPr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11111"/>
                </a:solidFill>
                <a:latin typeface="Arial"/>
              </a:rPr>
              <a:t>[Value]</a:t>
            </a:r>
            <a:endParaRPr lang="en-US" sz="3000" dirty="0"/>
          </a:p>
        </p:txBody>
      </p:sp>
      <p:sp>
        <p:nvSpPr>
          <p:cNvPr id="12" name="Adaptivity detail"/>
          <p:cNvSpPr/>
          <p:nvPr/>
        </p:nvSpPr>
        <p:spPr>
          <a:xfrm>
            <a:off x="8577072" y="3054096"/>
            <a:ext cx="2816352" cy="493776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18288" rIns="45720" bIns="18288" anchor="ctr">
            <a:normAutofit/>
          </a:bodyPr>
          <a:lstStyle/>
          <a:p>
            <a:pPr marL="0" indent="0" algn="ctr">
              <a:buNone/>
            </a:pPr>
            <a:r>
              <a:rPr lang="en-US" sz="1400" b="0" dirty="0">
                <a:solidFill>
                  <a:srgbClr val="444444"/>
                </a:solidFill>
                <a:latin typeface="Arial"/>
              </a:rPr>
              <a:t>[Metric label]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0" dirty="0">
                <a:solidFill>
                  <a:srgbClr val="444444"/>
                </a:solidFill>
                <a:latin typeface="Arial"/>
              </a:rPr>
              <a:t>[Comparison basis]</a:t>
            </a:r>
            <a:endParaRPr lang="en-US" sz="1400" dirty="0"/>
          </a:p>
        </p:txBody>
      </p:sp>
      <p:sp>
        <p:nvSpPr>
          <p:cNvPr id="13" name="Divider"/>
          <p:cNvSpPr/>
          <p:nvPr/>
        </p:nvSpPr>
        <p:spPr>
          <a:xfrm>
            <a:off x="8631936" y="3685032"/>
            <a:ext cx="2697480" cy="22860"/>
          </a:xfrm>
          <a:prstGeom prst="rect">
            <a:avLst/>
          </a:prstGeom>
          <a:solidFill>
            <a:srgbClr val="444444"/>
          </a:solidFill>
          <a:ln w="0">
            <a:noFill/>
          </a:ln>
        </p:spPr>
        <p:txBody>
          <a:bodyPr/>
          <a:lstStyle/>
          <a:p>
            <a:endParaRPr lang="en-VN"/>
          </a:p>
        </p:txBody>
      </p:sp>
      <p:sp>
        <p:nvSpPr>
          <p:cNvPr id="14" name="Ordering effect"/>
          <p:cNvSpPr/>
          <p:nvPr/>
        </p:nvSpPr>
        <p:spPr>
          <a:xfrm>
            <a:off x="8540496" y="3913632"/>
            <a:ext cx="2816352" cy="73152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18288" rIns="45720" bIns="18288" anchor="ctr">
            <a:normAutofit/>
          </a:bodyPr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11111"/>
                </a:solidFill>
                <a:latin typeface="Arial"/>
              </a:rPr>
              <a:t>[Value]</a:t>
            </a:r>
            <a:endParaRPr lang="en-US" sz="3000" dirty="0"/>
          </a:p>
        </p:txBody>
      </p:sp>
      <p:sp>
        <p:nvSpPr>
          <p:cNvPr id="15" name="Ordering detail"/>
          <p:cNvSpPr/>
          <p:nvPr/>
        </p:nvSpPr>
        <p:spPr>
          <a:xfrm>
            <a:off x="8577072" y="4663440"/>
            <a:ext cx="2816352" cy="50292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18288" rIns="45720" bIns="18288" anchor="ctr">
            <a:normAutofit/>
          </a:bodyPr>
          <a:lstStyle/>
          <a:p>
            <a:pPr marL="0" indent="0" algn="ctr">
              <a:buNone/>
            </a:pPr>
            <a:r>
              <a:rPr lang="en-US" sz="1400" b="0" dirty="0">
                <a:solidFill>
                  <a:srgbClr val="444444"/>
                </a:solidFill>
                <a:latin typeface="Arial"/>
              </a:rPr>
              <a:t>[Metric label]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0" dirty="0">
                <a:solidFill>
                  <a:srgbClr val="444444"/>
                </a:solidFill>
                <a:latin typeface="Arial"/>
              </a:rPr>
              <a:t>[Comparison basis]</a:t>
            </a:r>
            <a:endParaRPr lang="en-US" sz="1400" dirty="0"/>
          </a:p>
        </p:txBody>
      </p:sp>
      <p:sp>
        <p:nvSpPr>
          <p:cNvPr id="16" name="Plot foot"/>
          <p:cNvSpPr/>
          <p:nvPr/>
        </p:nvSpPr>
        <p:spPr>
          <a:xfrm>
            <a:off x="694944" y="6281928"/>
            <a:ext cx="10652760" cy="256032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18288" rIns="45720" bIns="18288" anchor="ctr">
            <a:normAutofit/>
          </a:bodyPr>
          <a:lstStyle/>
          <a:p>
            <a:pPr marL="0" indent="0" algn="l">
              <a:buNone/>
            </a:pPr>
            <a:r>
              <a:rPr lang="en-US" sz="1100" b="0" dirty="0">
                <a:solidFill>
                  <a:srgbClr val="666666"/>
                </a:solidFill>
                <a:latin typeface="Arial"/>
              </a:rPr>
              <a:t>[Sample, conditions, and source note]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0312"/>
            <a:ext cx="11155680" cy="20116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000" b="1">
                <a:solidFill>
                  <a:srgbClr val="191C20"/>
                </a:solidFill>
                <a:latin typeface="Arial"/>
              </a:rPr>
              <a:t>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1155680" cy="43891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2700" b="1">
                <a:solidFill>
                  <a:srgbClr val="123B70"/>
                </a:solidFill>
                <a:latin typeface="Arial"/>
              </a:rPr>
              <a:t>[Table title or comparison question]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51560"/>
            <a:ext cx="11173968" cy="10972"/>
          </a:xfrm>
          <a:prstGeom prst="rect">
            <a:avLst/>
          </a:prstGeom>
          <a:solidFill>
            <a:srgbClr val="C7C7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83680"/>
            <a:ext cx="5486400" cy="1554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Arial"/>
              </a:rPr>
              <a:t>[Short presentation label]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417320"/>
          <a:ext cx="10881360" cy="3621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4023360"/>
                <a:gridCol w="4023360"/>
              </a:tblGrid>
              <a:tr h="90525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23B70"/>
                          </a:solidFill>
                          <a:latin typeface="Arial"/>
                        </a:rPr>
                        <a:t>[Dimension]</a:t>
                      </a:r>
                    </a:p>
                  </a:txBody>
                  <a:tcPr marL="146304" marR="91440" marT="54864" marB="5486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23B70"/>
                          </a:solidFill>
                          <a:latin typeface="Arial"/>
                        </a:rPr>
                        <a:t>[Case A]</a:t>
                      </a:r>
                    </a:p>
                  </a:txBody>
                  <a:tcPr marL="146304" marR="91440" marT="54864" marB="5486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23B70"/>
                          </a:solidFill>
                          <a:latin typeface="Arial"/>
                        </a:rPr>
                        <a:t>[Case B]</a:t>
                      </a:r>
                    </a:p>
                  </a:txBody>
                  <a:tcPr marL="146304" marR="91440" marT="54864" marB="54864" anchor="ctr">
                    <a:solidFill>
                      <a:srgbClr val="F5F5F5"/>
                    </a:solidFill>
                  </a:tcPr>
                </a:tc>
              </a:tr>
              <a:tr h="905256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191C20"/>
                          </a:solidFill>
                          <a:latin typeface="Arial"/>
                        </a:rPr>
                        <a:t>[Criterion 1]</a:t>
                      </a:r>
                    </a:p>
                  </a:txBody>
                  <a:tcPr marL="146304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91C20"/>
                          </a:solidFill>
                          <a:latin typeface="Arial"/>
                        </a:rPr>
                        <a:t>[Value or evidence]</a:t>
                      </a:r>
                    </a:p>
                  </a:txBody>
                  <a:tcPr marL="146304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91C20"/>
                          </a:solidFill>
                          <a:latin typeface="Arial"/>
                        </a:rPr>
                        <a:t>[Value or evidence]</a:t>
                      </a:r>
                    </a:p>
                  </a:txBody>
                  <a:tcPr marL="146304" marR="91440" marT="54864" marB="54864" anchor="ctr">
                    <a:solidFill>
                      <a:srgbClr val="FFFFFF"/>
                    </a:solidFill>
                  </a:tcPr>
                </a:tc>
              </a:tr>
              <a:tr h="905256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191C20"/>
                          </a:solidFill>
                          <a:latin typeface="Arial"/>
                        </a:rPr>
                        <a:t>[Criterion 2]</a:t>
                      </a:r>
                    </a:p>
                  </a:txBody>
                  <a:tcPr marL="146304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91C20"/>
                          </a:solidFill>
                          <a:latin typeface="Arial"/>
                        </a:rPr>
                        <a:t>[Value or evidence]</a:t>
                      </a:r>
                    </a:p>
                  </a:txBody>
                  <a:tcPr marL="146304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91C20"/>
                          </a:solidFill>
                          <a:latin typeface="Arial"/>
                        </a:rPr>
                        <a:t>[Value or evidence]</a:t>
                      </a:r>
                    </a:p>
                  </a:txBody>
                  <a:tcPr marL="146304" marR="91440" marT="54864" marB="54864" anchor="ctr">
                    <a:solidFill>
                      <a:srgbClr val="FFFFFF"/>
                    </a:solidFill>
                  </a:tcPr>
                </a:tc>
              </a:tr>
              <a:tr h="905256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191C20"/>
                          </a:solidFill>
                          <a:latin typeface="Arial"/>
                        </a:rPr>
                        <a:t>[Criterion 3]</a:t>
                      </a:r>
                    </a:p>
                  </a:txBody>
                  <a:tcPr marL="146304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91C20"/>
                          </a:solidFill>
                          <a:latin typeface="Arial"/>
                        </a:rPr>
                        <a:t>[Value or evidence]</a:t>
                      </a:r>
                    </a:p>
                  </a:txBody>
                  <a:tcPr marL="146304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91C20"/>
                          </a:solidFill>
                          <a:latin typeface="Arial"/>
                        </a:rPr>
                        <a:t>[Value or evidence]</a:t>
                      </a:r>
                    </a:p>
                  </a:txBody>
                  <a:tcPr marL="146304" marR="91440" marT="54864" marB="5486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40080" y="2322576"/>
            <a:ext cx="10881360" cy="10972"/>
          </a:xfrm>
          <a:prstGeom prst="rect">
            <a:avLst/>
          </a:prstGeom>
          <a:solidFill>
            <a:srgbClr val="C7C7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3227832"/>
            <a:ext cx="10881360" cy="10972"/>
          </a:xfrm>
          <a:prstGeom prst="rect">
            <a:avLst/>
          </a:prstGeom>
          <a:solidFill>
            <a:srgbClr val="C7C7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4133087"/>
            <a:ext cx="10881360" cy="10972"/>
          </a:xfrm>
          <a:prstGeom prst="rect">
            <a:avLst/>
          </a:prstGeom>
          <a:solidFill>
            <a:srgbClr val="C7C7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5038344"/>
            <a:ext cx="10881360" cy="10972"/>
          </a:xfrm>
          <a:prstGeom prst="rect">
            <a:avLst/>
          </a:prstGeom>
          <a:solidFill>
            <a:srgbClr val="C7C7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5239512"/>
            <a:ext cx="10881360" cy="685800"/>
          </a:xfrm>
          <a:prstGeom prst="rect">
            <a:avLst/>
          </a:prstGeom>
          <a:solidFill>
            <a:srgbClr val="FFFFFF"/>
          </a:solidFill>
          <a:ln w="10160">
            <a:solidFill>
              <a:srgbClr val="C7C7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5367528"/>
            <a:ext cx="10469880" cy="4114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800" b="1">
                <a:solidFill>
                  <a:srgbClr val="191C20"/>
                </a:solidFill>
                <a:latin typeface="Arial"/>
              </a:rPr>
              <a:t>[One-line takeaway from the table]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236208"/>
            <a:ext cx="10972800" cy="2286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Arial"/>
              </a:rPr>
              <a:t>[Units, population or source note]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0312"/>
            <a:ext cx="11155680" cy="20116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000" b="1">
                <a:solidFill>
                  <a:srgbClr val="191C20"/>
                </a:solidFill>
                <a:latin typeface="Arial"/>
              </a:rPr>
              <a:t>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1155680" cy="43891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2700" b="1">
                <a:solidFill>
                  <a:srgbClr val="123B70"/>
                </a:solidFill>
                <a:latin typeface="Arial"/>
              </a:rPr>
              <a:t>[Two approaches on the same criteria]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51560"/>
            <a:ext cx="11173968" cy="10972"/>
          </a:xfrm>
          <a:prstGeom prst="rect">
            <a:avLst/>
          </a:prstGeom>
          <a:solidFill>
            <a:srgbClr val="C7C7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83680"/>
            <a:ext cx="5486400" cy="1554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Arial"/>
              </a:rPr>
              <a:t>[Short presentation label]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99032"/>
            <a:ext cx="5230368" cy="4526280"/>
          </a:xfrm>
          <a:prstGeom prst="rect">
            <a:avLst/>
          </a:prstGeom>
          <a:solidFill>
            <a:srgbClr val="FFFFFF"/>
          </a:solidFill>
          <a:ln w="10160">
            <a:solidFill>
              <a:srgbClr val="C7C7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399032"/>
            <a:ext cx="54864" cy="4526280"/>
          </a:xfrm>
          <a:prstGeom prst="rect">
            <a:avLst/>
          </a:prstGeom>
          <a:solidFill>
            <a:srgbClr val="123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618488"/>
            <a:ext cx="4663440" cy="47548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2200" b="1">
                <a:solidFill>
                  <a:srgbClr val="123B70"/>
                </a:solidFill>
                <a:latin typeface="Arial"/>
              </a:rPr>
              <a:t>[Option A]</a:t>
            </a:r>
          </a:p>
        </p:txBody>
      </p:sp>
      <p:sp>
        <p:nvSpPr>
          <p:cNvPr id="9" name="Rectangle 8"/>
          <p:cNvSpPr/>
          <p:nvPr/>
        </p:nvSpPr>
        <p:spPr>
          <a:xfrm>
            <a:off x="896112" y="2267712"/>
            <a:ext cx="4663440" cy="10972"/>
          </a:xfrm>
          <a:prstGeom prst="rect">
            <a:avLst/>
          </a:prstGeom>
          <a:solidFill>
            <a:srgbClr val="C7C7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523744"/>
            <a:ext cx="4480560" cy="2743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300" b="1">
                <a:solidFill>
                  <a:srgbClr val="666666"/>
                </a:solidFill>
                <a:latin typeface="Arial"/>
              </a:rPr>
              <a:t>Strength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852928"/>
            <a:ext cx="4480560" cy="59436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800" b="0">
                <a:solidFill>
                  <a:srgbClr val="191C20"/>
                </a:solidFill>
                <a:latin typeface="Arial"/>
              </a:rPr>
              <a:t>[Strength or benefit]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3867912"/>
            <a:ext cx="4480560" cy="2743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300" b="1">
                <a:solidFill>
                  <a:srgbClr val="666666"/>
                </a:solidFill>
                <a:latin typeface="Arial"/>
              </a:rPr>
              <a:t>Trade-off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4197096"/>
            <a:ext cx="4480560" cy="59436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800" b="0">
                <a:solidFill>
                  <a:srgbClr val="191C20"/>
                </a:solidFill>
                <a:latin typeface="Arial"/>
              </a:rPr>
              <a:t>[Limitation or cost]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399032"/>
            <a:ext cx="5230368" cy="4526280"/>
          </a:xfrm>
          <a:prstGeom prst="rect">
            <a:avLst/>
          </a:prstGeom>
          <a:solidFill>
            <a:srgbClr val="FFFFFF"/>
          </a:solidFill>
          <a:ln w="10160">
            <a:solidFill>
              <a:srgbClr val="C7C7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1399032"/>
            <a:ext cx="54864" cy="4526280"/>
          </a:xfrm>
          <a:prstGeom prst="rect">
            <a:avLst/>
          </a:prstGeom>
          <a:solidFill>
            <a:srgbClr val="123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65392" y="1618488"/>
            <a:ext cx="4663440" cy="47548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2200" b="1">
                <a:solidFill>
                  <a:srgbClr val="123B70"/>
                </a:solidFill>
                <a:latin typeface="Arial"/>
              </a:rPr>
              <a:t>[Option B]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65392" y="2267712"/>
            <a:ext cx="4663440" cy="10972"/>
          </a:xfrm>
          <a:prstGeom prst="rect">
            <a:avLst/>
          </a:prstGeom>
          <a:solidFill>
            <a:srgbClr val="C7C7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65392" y="2523744"/>
            <a:ext cx="4480560" cy="2743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300" b="1">
                <a:solidFill>
                  <a:srgbClr val="666666"/>
                </a:solidFill>
                <a:latin typeface="Arial"/>
              </a:rPr>
              <a:t>Strength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65392" y="2852928"/>
            <a:ext cx="4480560" cy="59436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800" b="0">
                <a:solidFill>
                  <a:srgbClr val="191C20"/>
                </a:solidFill>
                <a:latin typeface="Arial"/>
              </a:rPr>
              <a:t>[Strength or benefit]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65392" y="3867912"/>
            <a:ext cx="4480560" cy="2743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300" b="1">
                <a:solidFill>
                  <a:srgbClr val="666666"/>
                </a:solidFill>
                <a:latin typeface="Arial"/>
              </a:rPr>
              <a:t>Trade-off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5392" y="4197096"/>
            <a:ext cx="4480560" cy="59436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800" b="0">
                <a:solidFill>
                  <a:srgbClr val="191C20"/>
                </a:solidFill>
                <a:latin typeface="Arial"/>
              </a:rPr>
              <a:t>[Limitation or cost]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236208"/>
            <a:ext cx="10972800" cy="2286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Arial"/>
              </a:rPr>
              <a:t>[Shared comparison basis and source]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0312"/>
            <a:ext cx="11155680" cy="20116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000" b="1">
                <a:solidFill>
                  <a:srgbClr val="191C20"/>
                </a:solidFill>
                <a:latin typeface="Arial"/>
              </a:rPr>
              <a:t>RESULT · VISUAL AND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1155680" cy="43891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2700" b="1">
                <a:solidFill>
                  <a:srgbClr val="123B70"/>
                </a:solidFill>
                <a:latin typeface="Arial"/>
              </a:rPr>
              <a:t>[Result title states the observed finding]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51560"/>
            <a:ext cx="11173968" cy="10972"/>
          </a:xfrm>
          <a:prstGeom prst="rect">
            <a:avLst/>
          </a:prstGeom>
          <a:solidFill>
            <a:srgbClr val="C7C7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83680"/>
            <a:ext cx="5486400" cy="1554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Arial"/>
              </a:rPr>
              <a:t>[Short presentation label]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7315200" cy="4526280"/>
          </a:xfrm>
          <a:prstGeom prst="rect">
            <a:avLst/>
          </a:prstGeom>
          <a:solidFill>
            <a:srgbClr val="FFFFFF"/>
          </a:solidFill>
          <a:ln w="10160">
            <a:solidFill>
              <a:srgbClr val="C7C7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3406140"/>
            <a:ext cx="6912864" cy="54864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800" b="0">
                <a:solidFill>
                  <a:srgbClr val="666666"/>
                </a:solidFill>
                <a:latin typeface="Arial"/>
              </a:rPr>
              <a:t>[Insert sourced chart or figure]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0" y="1417320"/>
            <a:ext cx="3291840" cy="4526280"/>
          </a:xfrm>
          <a:prstGeom prst="rect">
            <a:avLst/>
          </a:prstGeom>
          <a:solidFill>
            <a:srgbClr val="FFFFFF"/>
          </a:solidFill>
          <a:ln w="10160">
            <a:solidFill>
              <a:srgbClr val="C7C7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76488" y="1664208"/>
            <a:ext cx="2788920" cy="31089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300" b="1">
                <a:solidFill>
                  <a:srgbClr val="123B70"/>
                </a:solidFill>
                <a:latin typeface="Arial"/>
              </a:rPr>
              <a:t>KEY RESULTS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76488" y="2368296"/>
            <a:ext cx="100584" cy="100584"/>
          </a:xfrm>
          <a:prstGeom prst="rect">
            <a:avLst/>
          </a:prstGeom>
          <a:solidFill>
            <a:srgbClr val="123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95944" y="2267712"/>
            <a:ext cx="2569463" cy="56692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700" b="0">
                <a:solidFill>
                  <a:srgbClr val="191C20"/>
                </a:solidFill>
                <a:latin typeface="Arial"/>
              </a:rPr>
              <a:t>[Finding one]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76488" y="3831336"/>
            <a:ext cx="100584" cy="100584"/>
          </a:xfrm>
          <a:prstGeom prst="rect">
            <a:avLst/>
          </a:prstGeom>
          <a:solidFill>
            <a:srgbClr val="123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95944" y="3730752"/>
            <a:ext cx="2569463" cy="56692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700" b="0">
                <a:solidFill>
                  <a:srgbClr val="191C20"/>
                </a:solidFill>
                <a:latin typeface="Arial"/>
              </a:rPr>
              <a:t>[Finding two, if needed]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236208"/>
            <a:ext cx="10972800" cy="2286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Arial"/>
              </a:rPr>
              <a:t>[Sample, conditions, units, uncertainty and source]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0312"/>
            <a:ext cx="11155680" cy="20116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000" b="1">
                <a:solidFill>
                  <a:srgbClr val="191C20"/>
                </a:solidFill>
                <a:latin typeface="Arial"/>
              </a:rPr>
              <a:t>FIGURE · FULL WIDTH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1155680" cy="43891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2700" b="1">
                <a:solidFill>
                  <a:srgbClr val="123B70"/>
                </a:solidFill>
                <a:latin typeface="Arial"/>
              </a:rPr>
              <a:t>[Figure title states one takeaway]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51560"/>
            <a:ext cx="11173968" cy="10972"/>
          </a:xfrm>
          <a:prstGeom prst="rect">
            <a:avLst/>
          </a:prstGeom>
          <a:solidFill>
            <a:srgbClr val="C7C7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83680"/>
            <a:ext cx="5486400" cy="1554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Arial"/>
              </a:rPr>
              <a:t>[Short presentation label]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89888"/>
            <a:ext cx="10881360" cy="4315968"/>
          </a:xfrm>
          <a:prstGeom prst="rect">
            <a:avLst/>
          </a:prstGeom>
          <a:solidFill>
            <a:srgbClr val="FFFFFF"/>
          </a:solidFill>
          <a:ln w="10160">
            <a:solidFill>
              <a:srgbClr val="C7C7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3273552"/>
            <a:ext cx="10479024" cy="54864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800" b="0">
                <a:solidFill>
                  <a:srgbClr val="666666"/>
                </a:solidFill>
                <a:latin typeface="Arial"/>
              </a:rPr>
              <a:t>[Insert sourced chart, diagram or figure]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833872"/>
            <a:ext cx="10881360" cy="356616"/>
          </a:xfrm>
          <a:prstGeom prst="rect">
            <a:avLst/>
          </a:prstGeom>
          <a:solidFill>
            <a:srgbClr val="FFFFFF"/>
          </a:solidFill>
          <a:ln w="10160">
            <a:solidFill>
              <a:srgbClr val="C7C7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" y="5870448"/>
            <a:ext cx="10533888" cy="2743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400" b="0">
                <a:solidFill>
                  <a:srgbClr val="191C20"/>
                </a:solidFill>
                <a:latin typeface="Arial"/>
              </a:rPr>
              <a:t>[Short caption or interpretation]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0312"/>
            <a:ext cx="11155680" cy="20116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000" b="1">
                <a:solidFill>
                  <a:srgbClr val="191C20"/>
                </a:solidFill>
                <a:latin typeface="Arial"/>
              </a:rPr>
              <a:t>EQUATION · EXPLANATION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1155680" cy="43891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2700" b="1">
                <a:solidFill>
                  <a:srgbClr val="123B70"/>
                </a:solidFill>
                <a:latin typeface="Arial"/>
              </a:rPr>
              <a:t>[Equation title states what it explains]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51560"/>
            <a:ext cx="11173968" cy="10972"/>
          </a:xfrm>
          <a:prstGeom prst="rect">
            <a:avLst/>
          </a:prstGeom>
          <a:solidFill>
            <a:srgbClr val="C7C7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83680"/>
            <a:ext cx="5486400" cy="1554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Arial"/>
              </a:rPr>
              <a:t>[Short presentation label]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26464"/>
            <a:ext cx="5166360" cy="4306824"/>
          </a:xfrm>
          <a:prstGeom prst="rect">
            <a:avLst/>
          </a:prstGeom>
          <a:solidFill>
            <a:srgbClr val="FFFFFF"/>
          </a:solidFill>
          <a:ln w="10160">
            <a:solidFill>
              <a:srgbClr val="C7C7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3305556"/>
            <a:ext cx="4764024" cy="54864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800" b="0">
                <a:solidFill>
                  <a:srgbClr val="666666"/>
                </a:solidFill>
                <a:latin typeface="Arial"/>
              </a:rPr>
              <a:t>[Insert rendered LaTeX equation]</a:t>
            </a:r>
          </a:p>
        </p:txBody>
      </p:sp>
      <p:sp>
        <p:nvSpPr>
          <p:cNvPr id="8" name="Rectangle 7"/>
          <p:cNvSpPr/>
          <p:nvPr/>
        </p:nvSpPr>
        <p:spPr>
          <a:xfrm>
            <a:off x="6080760" y="1426464"/>
            <a:ext cx="5440680" cy="4306824"/>
          </a:xfrm>
          <a:prstGeom prst="rect">
            <a:avLst/>
          </a:prstGeom>
          <a:solidFill>
            <a:srgbClr val="FFFFFF"/>
          </a:solidFill>
          <a:ln w="10160">
            <a:solidFill>
              <a:srgbClr val="C7C7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27648" y="1673352"/>
            <a:ext cx="4937760" cy="31089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300" b="1">
                <a:solidFill>
                  <a:srgbClr val="123B70"/>
                </a:solidFill>
                <a:latin typeface="Arial"/>
              </a:rPr>
              <a:t>INTERPRETATION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27648" y="2432303"/>
            <a:ext cx="100584" cy="100584"/>
          </a:xfrm>
          <a:prstGeom prst="rect">
            <a:avLst/>
          </a:prstGeom>
          <a:solidFill>
            <a:srgbClr val="123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47104" y="2331720"/>
            <a:ext cx="4718304" cy="56692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700" b="0">
                <a:solidFill>
                  <a:srgbClr val="191C20"/>
                </a:solidFill>
                <a:latin typeface="Arial"/>
              </a:rPr>
              <a:t>[Define the symbols or assumptions]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27648" y="3959352"/>
            <a:ext cx="100584" cy="100584"/>
          </a:xfrm>
          <a:prstGeom prst="rect">
            <a:avLst/>
          </a:prstGeom>
          <a:solidFill>
            <a:srgbClr val="123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47104" y="3858768"/>
            <a:ext cx="4718304" cy="56692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700" b="0">
                <a:solidFill>
                  <a:srgbClr val="191C20"/>
                </a:solidFill>
                <a:latin typeface="Arial"/>
              </a:rPr>
              <a:t>[Show one worked example or consequence]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236208"/>
            <a:ext cx="10972800" cy="2286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Arial"/>
              </a:rPr>
              <a:t>[Equation source or derivation note]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hite 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n-VN"/>
          </a:p>
        </p:txBody>
      </p:sp>
      <p:sp>
        <p:nvSpPr>
          <p:cNvPr id="3" name="Conclusion label"/>
          <p:cNvSpPr/>
          <p:nvPr/>
        </p:nvSpPr>
        <p:spPr>
          <a:xfrm>
            <a:off x="685800" y="374904"/>
            <a:ext cx="3657600" cy="256032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18288" rIns="45720" bIns="18288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11111"/>
                </a:solidFill>
                <a:latin typeface="Arial"/>
              </a:rPr>
              <a:t>CLOSING</a:t>
            </a:r>
            <a:endParaRPr lang="en-US" sz="1100" dirty="0"/>
          </a:p>
        </p:txBody>
      </p:sp>
      <p:sp>
        <p:nvSpPr>
          <p:cNvPr id="4" name="Conclusion title"/>
          <p:cNvSpPr/>
          <p:nvPr/>
        </p:nvSpPr>
        <p:spPr>
          <a:xfrm>
            <a:off x="685800" y="786384"/>
            <a:ext cx="10881360" cy="576072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18288" rIns="45720" bIns="18288" anchor="ctr">
            <a:normAutofit/>
          </a:bodyPr>
          <a:lstStyle/>
          <a:p>
            <a:pPr marL="0" indent="0" algn="l">
              <a:buNone/>
            </a:pPr>
            <a:r>
              <a:rPr sz="3000" b="1">
                <a:solidFill>
                  <a:srgbClr val="123B70"/>
                </a:solidFill>
                <a:latin typeface="Arial"/>
              </a:rPr>
              <a:t>[Closing title]</a:t>
            </a:r>
            <a:endParaRPr lang="en-US" sz="2900" dirty="0"/>
          </a:p>
        </p:txBody>
      </p:sp>
      <p:sp>
        <p:nvSpPr>
          <p:cNvPr id="5" name="Rule"/>
          <p:cNvSpPr/>
          <p:nvPr/>
        </p:nvSpPr>
        <p:spPr>
          <a:xfrm>
            <a:off x="685800" y="1490472"/>
            <a:ext cx="10844784" cy="22860"/>
          </a:xfrm>
          <a:prstGeom prst="rect">
            <a:avLst/>
          </a:prstGeom>
          <a:solidFill>
            <a:srgbClr val="444444"/>
          </a:solidFill>
          <a:ln w="0">
            <a:noFill/>
          </a:ln>
        </p:spPr>
        <p:txBody>
          <a:bodyPr/>
          <a:lstStyle/>
          <a:p>
            <a:endParaRPr lang="en-VN"/>
          </a:p>
        </p:txBody>
      </p:sp>
      <p:sp>
        <p:nvSpPr>
          <p:cNvPr id="7" name="Conclusion one"/>
          <p:cNvSpPr/>
          <p:nvPr/>
        </p:nvSpPr>
        <p:spPr>
          <a:xfrm>
            <a:off x="932688" y="2084831"/>
            <a:ext cx="10378440" cy="749808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18288" rIns="45720" bIns="18288" anchor="ctr">
            <a:normAutofit/>
          </a:bodyPr>
          <a:lstStyle/>
          <a:p>
            <a:pPr marL="411480" indent="-292608" algn="l">
              <a:buChar char="•"/>
            </a:pPr>
            <a:r>
              <a:rPr sz="2000" b="0">
                <a:latin typeface="Arial"/>
              </a:rPr>
              <a:t>[State one key takeaway in one sentence.]</a:t>
            </a:r>
            <a:endParaRPr lang="en-US" sz="2000" dirty="0"/>
          </a:p>
        </p:txBody>
      </p:sp>
      <p:sp>
        <p:nvSpPr>
          <p:cNvPr id="8" name="Conclusion two"/>
          <p:cNvSpPr/>
          <p:nvPr/>
        </p:nvSpPr>
        <p:spPr>
          <a:xfrm>
            <a:off x="932688" y="3090672"/>
            <a:ext cx="10378440" cy="749808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18288" rIns="45720" bIns="18288" anchor="ctr">
            <a:normAutofit/>
          </a:bodyPr>
          <a:lstStyle/>
          <a:p>
            <a:pPr marL="411480" indent="-292608" algn="l">
              <a:buChar char="•"/>
            </a:pPr>
            <a:r>
              <a:rPr sz="2000" b="0" dirty="0">
                <a:latin typeface="Arial"/>
              </a:rPr>
              <a:t>[State one implication or next step.]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&amp;A"/>
          <p:cNvSpPr txBox="1"/>
          <p:nvPr/>
        </p:nvSpPr>
        <p:spPr>
          <a:xfrm>
            <a:off x="914400" y="2743200"/>
            <a:ext cx="10360152" cy="1371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4600" b="1">
                <a:solidFill>
                  <a:srgbClr val="123B70"/>
                </a:solidFill>
                <a:latin typeface="Arial"/>
              </a:rPr>
              <a:t>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odulo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dulo" id="{37AC43F2-9181-4AE3-B669-CCC580C183C1}" vid="{7A2AE0A7-E8DE-4D1D-AEB1-3FD19244829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Dividend</Template>
  <TotalTime>32</TotalTime>
  <Words>1769</Words>
  <Application>Microsoft Macintosh PowerPoint</Application>
  <PresentationFormat>Widescreen</PresentationFormat>
  <Paragraphs>178</Paragraphs>
  <Slides>9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1" baseType="lpstr">
      <vt:lpstr>Arial</vt:lpstr>
      <vt:lpstr>Modulo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11</cp:revision>
  <dcterms:created xsi:type="dcterms:W3CDTF">2026-09-28T04:40:22Z</dcterms:created>
  <dcterms:modified xsi:type="dcterms:W3CDTF">2026-09-29T03:45:33Z</dcterms:modified>
  <dc:title>Academic presentation template</dc:title>
  <dc:subject>Reusable slide layouts</dc:subject>
</cp:coreProperties>
</file>